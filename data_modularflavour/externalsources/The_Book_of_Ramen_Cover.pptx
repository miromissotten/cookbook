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3" r:id="rId2"/>
    <p:sldId id="262" r:id="rId3"/>
  </p:sldIdLst>
  <p:sldSz cx="15624175" cy="10907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3"/>
    <a:srgbClr val="FFFDE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5" autoAdjust="0"/>
    <p:restoredTop sz="94660"/>
  </p:normalViewPr>
  <p:slideViewPr>
    <p:cSldViewPr snapToGrid="0">
      <p:cViewPr>
        <p:scale>
          <a:sx n="66" d="100"/>
          <a:sy n="66" d="100"/>
        </p:scale>
        <p:origin x="1548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813" y="1785129"/>
            <a:ext cx="13280549" cy="3797500"/>
          </a:xfrm>
        </p:spPr>
        <p:txBody>
          <a:bodyPr anchor="b"/>
          <a:lstStyle>
            <a:lvl1pPr algn="ctr">
              <a:defRPr sz="954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3022" y="5729075"/>
            <a:ext cx="11718131" cy="2633505"/>
          </a:xfrm>
        </p:spPr>
        <p:txBody>
          <a:bodyPr/>
          <a:lstStyle>
            <a:lvl1pPr marL="0" indent="0" algn="ctr">
              <a:buNone/>
              <a:defRPr sz="3817"/>
            </a:lvl1pPr>
            <a:lvl2pPr marL="727177" indent="0" algn="ctr">
              <a:buNone/>
              <a:defRPr sz="3181"/>
            </a:lvl2pPr>
            <a:lvl3pPr marL="1454353" indent="0" algn="ctr">
              <a:buNone/>
              <a:defRPr sz="2863"/>
            </a:lvl3pPr>
            <a:lvl4pPr marL="2181530" indent="0" algn="ctr">
              <a:buNone/>
              <a:defRPr sz="2545"/>
            </a:lvl4pPr>
            <a:lvl5pPr marL="2908706" indent="0" algn="ctr">
              <a:buNone/>
              <a:defRPr sz="2545"/>
            </a:lvl5pPr>
            <a:lvl6pPr marL="3635883" indent="0" algn="ctr">
              <a:buNone/>
              <a:defRPr sz="2545"/>
            </a:lvl6pPr>
            <a:lvl7pPr marL="4363060" indent="0" algn="ctr">
              <a:buNone/>
              <a:defRPr sz="2545"/>
            </a:lvl7pPr>
            <a:lvl8pPr marL="5090236" indent="0" algn="ctr">
              <a:buNone/>
              <a:defRPr sz="2545"/>
            </a:lvl8pPr>
            <a:lvl9pPr marL="5817413" indent="0" algn="ctr">
              <a:buNone/>
              <a:defRPr sz="2545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85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404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025" y="2719357"/>
            <a:ext cx="13475851" cy="4537305"/>
          </a:xfrm>
        </p:spPr>
        <p:txBody>
          <a:bodyPr anchor="b"/>
          <a:lstStyle>
            <a:lvl1pPr>
              <a:defRPr sz="954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025" y="7299586"/>
            <a:ext cx="13475851" cy="2386061"/>
          </a:xfrm>
        </p:spPr>
        <p:txBody>
          <a:bodyPr/>
          <a:lstStyle>
            <a:lvl1pPr marL="0" indent="0">
              <a:buNone/>
              <a:defRPr sz="3817">
                <a:solidFill>
                  <a:schemeClr val="tx1">
                    <a:tint val="82000"/>
                  </a:schemeClr>
                </a:solidFill>
              </a:defRPr>
            </a:lvl1pPr>
            <a:lvl2pPr marL="727177" indent="0">
              <a:buNone/>
              <a:defRPr sz="3181">
                <a:solidFill>
                  <a:schemeClr val="tx1">
                    <a:tint val="82000"/>
                  </a:schemeClr>
                </a:solidFill>
              </a:defRPr>
            </a:lvl2pPr>
            <a:lvl3pPr marL="1454353" indent="0">
              <a:buNone/>
              <a:defRPr sz="2863">
                <a:solidFill>
                  <a:schemeClr val="tx1">
                    <a:tint val="82000"/>
                  </a:schemeClr>
                </a:solidFill>
              </a:defRPr>
            </a:lvl3pPr>
            <a:lvl4pPr marL="2181530" indent="0">
              <a:buNone/>
              <a:defRPr sz="2545">
                <a:solidFill>
                  <a:schemeClr val="tx1">
                    <a:tint val="82000"/>
                  </a:schemeClr>
                </a:solidFill>
              </a:defRPr>
            </a:lvl4pPr>
            <a:lvl5pPr marL="2908706" indent="0">
              <a:buNone/>
              <a:defRPr sz="2545">
                <a:solidFill>
                  <a:schemeClr val="tx1">
                    <a:tint val="82000"/>
                  </a:schemeClr>
                </a:solidFill>
              </a:defRPr>
            </a:lvl5pPr>
            <a:lvl6pPr marL="3635883" indent="0">
              <a:buNone/>
              <a:defRPr sz="2545">
                <a:solidFill>
                  <a:schemeClr val="tx1">
                    <a:tint val="82000"/>
                  </a:schemeClr>
                </a:solidFill>
              </a:defRPr>
            </a:lvl6pPr>
            <a:lvl7pPr marL="4363060" indent="0">
              <a:buNone/>
              <a:defRPr sz="2545">
                <a:solidFill>
                  <a:schemeClr val="tx1">
                    <a:tint val="82000"/>
                  </a:schemeClr>
                </a:solidFill>
              </a:defRPr>
            </a:lvl7pPr>
            <a:lvl8pPr marL="5090236" indent="0">
              <a:buNone/>
              <a:defRPr sz="2545">
                <a:solidFill>
                  <a:schemeClr val="tx1">
                    <a:tint val="82000"/>
                  </a:schemeClr>
                </a:solidFill>
              </a:defRPr>
            </a:lvl8pPr>
            <a:lvl9pPr marL="5817413" indent="0">
              <a:buNone/>
              <a:defRPr sz="25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795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4162" y="2903673"/>
            <a:ext cx="6640274" cy="69208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9739" y="2903673"/>
            <a:ext cx="6640274" cy="69208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157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197" y="580737"/>
            <a:ext cx="13475851" cy="210832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6199" y="2673905"/>
            <a:ext cx="6609757" cy="1310440"/>
          </a:xfrm>
        </p:spPr>
        <p:txBody>
          <a:bodyPr anchor="b"/>
          <a:lstStyle>
            <a:lvl1pPr marL="0" indent="0">
              <a:buNone/>
              <a:defRPr sz="3817" b="1"/>
            </a:lvl1pPr>
            <a:lvl2pPr marL="727177" indent="0">
              <a:buNone/>
              <a:defRPr sz="3181" b="1"/>
            </a:lvl2pPr>
            <a:lvl3pPr marL="1454353" indent="0">
              <a:buNone/>
              <a:defRPr sz="2863" b="1"/>
            </a:lvl3pPr>
            <a:lvl4pPr marL="2181530" indent="0">
              <a:buNone/>
              <a:defRPr sz="2545" b="1"/>
            </a:lvl4pPr>
            <a:lvl5pPr marL="2908706" indent="0">
              <a:buNone/>
              <a:defRPr sz="2545" b="1"/>
            </a:lvl5pPr>
            <a:lvl6pPr marL="3635883" indent="0">
              <a:buNone/>
              <a:defRPr sz="2545" b="1"/>
            </a:lvl6pPr>
            <a:lvl7pPr marL="4363060" indent="0">
              <a:buNone/>
              <a:defRPr sz="2545" b="1"/>
            </a:lvl7pPr>
            <a:lvl8pPr marL="5090236" indent="0">
              <a:buNone/>
              <a:defRPr sz="2545" b="1"/>
            </a:lvl8pPr>
            <a:lvl9pPr marL="5817413" indent="0">
              <a:buNone/>
              <a:defRPr sz="254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6199" y="3984345"/>
            <a:ext cx="6609757" cy="5860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09740" y="2673905"/>
            <a:ext cx="6642309" cy="1310440"/>
          </a:xfrm>
        </p:spPr>
        <p:txBody>
          <a:bodyPr anchor="b"/>
          <a:lstStyle>
            <a:lvl1pPr marL="0" indent="0">
              <a:buNone/>
              <a:defRPr sz="3817" b="1"/>
            </a:lvl1pPr>
            <a:lvl2pPr marL="727177" indent="0">
              <a:buNone/>
              <a:defRPr sz="3181" b="1"/>
            </a:lvl2pPr>
            <a:lvl3pPr marL="1454353" indent="0">
              <a:buNone/>
              <a:defRPr sz="2863" b="1"/>
            </a:lvl3pPr>
            <a:lvl4pPr marL="2181530" indent="0">
              <a:buNone/>
              <a:defRPr sz="2545" b="1"/>
            </a:lvl4pPr>
            <a:lvl5pPr marL="2908706" indent="0">
              <a:buNone/>
              <a:defRPr sz="2545" b="1"/>
            </a:lvl5pPr>
            <a:lvl6pPr marL="3635883" indent="0">
              <a:buNone/>
              <a:defRPr sz="2545" b="1"/>
            </a:lvl6pPr>
            <a:lvl7pPr marL="4363060" indent="0">
              <a:buNone/>
              <a:defRPr sz="2545" b="1"/>
            </a:lvl7pPr>
            <a:lvl8pPr marL="5090236" indent="0">
              <a:buNone/>
              <a:defRPr sz="2545" b="1"/>
            </a:lvl8pPr>
            <a:lvl9pPr marL="5817413" indent="0">
              <a:buNone/>
              <a:defRPr sz="254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09740" y="3984345"/>
            <a:ext cx="6642309" cy="5860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714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939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197" y="727181"/>
            <a:ext cx="5039203" cy="2545133"/>
          </a:xfrm>
        </p:spPr>
        <p:txBody>
          <a:bodyPr anchor="b"/>
          <a:lstStyle>
            <a:lvl1pPr>
              <a:defRPr sz="50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2309" y="1570511"/>
            <a:ext cx="7909739" cy="7751546"/>
          </a:xfrm>
        </p:spPr>
        <p:txBody>
          <a:bodyPr/>
          <a:lstStyle>
            <a:lvl1pPr>
              <a:defRPr sz="5090"/>
            </a:lvl1pPr>
            <a:lvl2pPr>
              <a:defRPr sz="4453"/>
            </a:lvl2pPr>
            <a:lvl3pPr>
              <a:defRPr sz="3817"/>
            </a:lvl3pPr>
            <a:lvl4pPr>
              <a:defRPr sz="3181"/>
            </a:lvl4pPr>
            <a:lvl5pPr>
              <a:defRPr sz="3181"/>
            </a:lvl5pPr>
            <a:lvl6pPr>
              <a:defRPr sz="3181"/>
            </a:lvl6pPr>
            <a:lvl7pPr>
              <a:defRPr sz="3181"/>
            </a:lvl7pPr>
            <a:lvl8pPr>
              <a:defRPr sz="3181"/>
            </a:lvl8pPr>
            <a:lvl9pPr>
              <a:defRPr sz="318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6197" y="3272314"/>
            <a:ext cx="5039203" cy="6062366"/>
          </a:xfrm>
        </p:spPr>
        <p:txBody>
          <a:bodyPr/>
          <a:lstStyle>
            <a:lvl1pPr marL="0" indent="0">
              <a:buNone/>
              <a:defRPr sz="2545"/>
            </a:lvl1pPr>
            <a:lvl2pPr marL="727177" indent="0">
              <a:buNone/>
              <a:defRPr sz="2227"/>
            </a:lvl2pPr>
            <a:lvl3pPr marL="1454353" indent="0">
              <a:buNone/>
              <a:defRPr sz="1909"/>
            </a:lvl3pPr>
            <a:lvl4pPr marL="2181530" indent="0">
              <a:buNone/>
              <a:defRPr sz="1591"/>
            </a:lvl4pPr>
            <a:lvl5pPr marL="2908706" indent="0">
              <a:buNone/>
              <a:defRPr sz="1591"/>
            </a:lvl5pPr>
            <a:lvl6pPr marL="3635883" indent="0">
              <a:buNone/>
              <a:defRPr sz="1591"/>
            </a:lvl6pPr>
            <a:lvl7pPr marL="4363060" indent="0">
              <a:buNone/>
              <a:defRPr sz="1591"/>
            </a:lvl7pPr>
            <a:lvl8pPr marL="5090236" indent="0">
              <a:buNone/>
              <a:defRPr sz="1591"/>
            </a:lvl8pPr>
            <a:lvl9pPr marL="5817413" indent="0">
              <a:buNone/>
              <a:defRPr sz="159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26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197" y="727181"/>
            <a:ext cx="5039203" cy="2545133"/>
          </a:xfrm>
        </p:spPr>
        <p:txBody>
          <a:bodyPr anchor="b"/>
          <a:lstStyle>
            <a:lvl1pPr>
              <a:defRPr sz="50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42309" y="1570511"/>
            <a:ext cx="7909739" cy="7751546"/>
          </a:xfrm>
        </p:spPr>
        <p:txBody>
          <a:bodyPr anchor="t"/>
          <a:lstStyle>
            <a:lvl1pPr marL="0" indent="0">
              <a:buNone/>
              <a:defRPr sz="5090"/>
            </a:lvl1pPr>
            <a:lvl2pPr marL="727177" indent="0">
              <a:buNone/>
              <a:defRPr sz="4453"/>
            </a:lvl2pPr>
            <a:lvl3pPr marL="1454353" indent="0">
              <a:buNone/>
              <a:defRPr sz="3817"/>
            </a:lvl3pPr>
            <a:lvl4pPr marL="2181530" indent="0">
              <a:buNone/>
              <a:defRPr sz="3181"/>
            </a:lvl4pPr>
            <a:lvl5pPr marL="2908706" indent="0">
              <a:buNone/>
              <a:defRPr sz="3181"/>
            </a:lvl5pPr>
            <a:lvl6pPr marL="3635883" indent="0">
              <a:buNone/>
              <a:defRPr sz="3181"/>
            </a:lvl6pPr>
            <a:lvl7pPr marL="4363060" indent="0">
              <a:buNone/>
              <a:defRPr sz="3181"/>
            </a:lvl7pPr>
            <a:lvl8pPr marL="5090236" indent="0">
              <a:buNone/>
              <a:defRPr sz="3181"/>
            </a:lvl8pPr>
            <a:lvl9pPr marL="5817413" indent="0">
              <a:buNone/>
              <a:defRPr sz="3181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6197" y="3272314"/>
            <a:ext cx="5039203" cy="6062366"/>
          </a:xfrm>
        </p:spPr>
        <p:txBody>
          <a:bodyPr/>
          <a:lstStyle>
            <a:lvl1pPr marL="0" indent="0">
              <a:buNone/>
              <a:defRPr sz="2545"/>
            </a:lvl1pPr>
            <a:lvl2pPr marL="727177" indent="0">
              <a:buNone/>
              <a:defRPr sz="2227"/>
            </a:lvl2pPr>
            <a:lvl3pPr marL="1454353" indent="0">
              <a:buNone/>
              <a:defRPr sz="1909"/>
            </a:lvl3pPr>
            <a:lvl4pPr marL="2181530" indent="0">
              <a:buNone/>
              <a:defRPr sz="1591"/>
            </a:lvl4pPr>
            <a:lvl5pPr marL="2908706" indent="0">
              <a:buNone/>
              <a:defRPr sz="1591"/>
            </a:lvl5pPr>
            <a:lvl6pPr marL="3635883" indent="0">
              <a:buNone/>
              <a:defRPr sz="1591"/>
            </a:lvl6pPr>
            <a:lvl7pPr marL="4363060" indent="0">
              <a:buNone/>
              <a:defRPr sz="1591"/>
            </a:lvl7pPr>
            <a:lvl8pPr marL="5090236" indent="0">
              <a:buNone/>
              <a:defRPr sz="1591"/>
            </a:lvl8pPr>
            <a:lvl9pPr marL="5817413" indent="0">
              <a:buNone/>
              <a:defRPr sz="159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89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765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81051" y="580735"/>
            <a:ext cx="3368963" cy="924378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4163" y="580735"/>
            <a:ext cx="9911586" cy="924378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710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4162" y="580737"/>
            <a:ext cx="13475851" cy="2108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4162" y="2903673"/>
            <a:ext cx="13475851" cy="6920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4162" y="10109836"/>
            <a:ext cx="3515439" cy="580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6A0AA-5E70-4AD1-8254-88E1E13B00A6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75508" y="10109836"/>
            <a:ext cx="5273159" cy="580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34574" y="10109836"/>
            <a:ext cx="3515439" cy="580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95328-88A6-407A-B31F-91933DCC02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83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54353" rtl="0" eaLnBrk="1" latinLnBrk="0" hangingPunct="1">
        <a:lnSpc>
          <a:spcPct val="90000"/>
        </a:lnSpc>
        <a:spcBef>
          <a:spcPct val="0"/>
        </a:spcBef>
        <a:buNone/>
        <a:defRPr sz="69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3588" indent="-363588" algn="l" defTabSz="1454353" rtl="0" eaLnBrk="1" latinLnBrk="0" hangingPunct="1">
        <a:lnSpc>
          <a:spcPct val="90000"/>
        </a:lnSpc>
        <a:spcBef>
          <a:spcPts val="1591"/>
        </a:spcBef>
        <a:buFont typeface="Arial" panose="020B0604020202020204" pitchFamily="34" charset="0"/>
        <a:buChar char="•"/>
        <a:defRPr sz="4453" kern="1200">
          <a:solidFill>
            <a:schemeClr val="tx1"/>
          </a:solidFill>
          <a:latin typeface="+mn-lt"/>
          <a:ea typeface="+mn-ea"/>
          <a:cs typeface="+mn-cs"/>
        </a:defRPr>
      </a:lvl1pPr>
      <a:lvl2pPr marL="1090765" indent="-363588" algn="l" defTabSz="1454353" rtl="0" eaLnBrk="1" latinLnBrk="0" hangingPunct="1">
        <a:lnSpc>
          <a:spcPct val="90000"/>
        </a:lnSpc>
        <a:spcBef>
          <a:spcPts val="795"/>
        </a:spcBef>
        <a:buFont typeface="Arial" panose="020B0604020202020204" pitchFamily="34" charset="0"/>
        <a:buChar char="•"/>
        <a:defRPr sz="3817" kern="1200">
          <a:solidFill>
            <a:schemeClr val="tx1"/>
          </a:solidFill>
          <a:latin typeface="+mn-lt"/>
          <a:ea typeface="+mn-ea"/>
          <a:cs typeface="+mn-cs"/>
        </a:defRPr>
      </a:lvl2pPr>
      <a:lvl3pPr marL="1817942" indent="-363588" algn="l" defTabSz="1454353" rtl="0" eaLnBrk="1" latinLnBrk="0" hangingPunct="1">
        <a:lnSpc>
          <a:spcPct val="90000"/>
        </a:lnSpc>
        <a:spcBef>
          <a:spcPts val="795"/>
        </a:spcBef>
        <a:buFont typeface="Arial" panose="020B0604020202020204" pitchFamily="34" charset="0"/>
        <a:buChar char="•"/>
        <a:defRPr sz="3181" kern="1200">
          <a:solidFill>
            <a:schemeClr val="tx1"/>
          </a:solidFill>
          <a:latin typeface="+mn-lt"/>
          <a:ea typeface="+mn-ea"/>
          <a:cs typeface="+mn-cs"/>
        </a:defRPr>
      </a:lvl3pPr>
      <a:lvl4pPr marL="2545118" indent="-363588" algn="l" defTabSz="1454353" rtl="0" eaLnBrk="1" latinLnBrk="0" hangingPunct="1">
        <a:lnSpc>
          <a:spcPct val="90000"/>
        </a:lnSpc>
        <a:spcBef>
          <a:spcPts val="795"/>
        </a:spcBef>
        <a:buFont typeface="Arial" panose="020B0604020202020204" pitchFamily="34" charset="0"/>
        <a:buChar char="•"/>
        <a:defRPr sz="2863" kern="1200">
          <a:solidFill>
            <a:schemeClr val="tx1"/>
          </a:solidFill>
          <a:latin typeface="+mn-lt"/>
          <a:ea typeface="+mn-ea"/>
          <a:cs typeface="+mn-cs"/>
        </a:defRPr>
      </a:lvl4pPr>
      <a:lvl5pPr marL="3272295" indent="-363588" algn="l" defTabSz="1454353" rtl="0" eaLnBrk="1" latinLnBrk="0" hangingPunct="1">
        <a:lnSpc>
          <a:spcPct val="90000"/>
        </a:lnSpc>
        <a:spcBef>
          <a:spcPts val="795"/>
        </a:spcBef>
        <a:buFont typeface="Arial" panose="020B0604020202020204" pitchFamily="34" charset="0"/>
        <a:buChar char="•"/>
        <a:defRPr sz="2863" kern="1200">
          <a:solidFill>
            <a:schemeClr val="tx1"/>
          </a:solidFill>
          <a:latin typeface="+mn-lt"/>
          <a:ea typeface="+mn-ea"/>
          <a:cs typeface="+mn-cs"/>
        </a:defRPr>
      </a:lvl5pPr>
      <a:lvl6pPr marL="3999471" indent="-363588" algn="l" defTabSz="1454353" rtl="0" eaLnBrk="1" latinLnBrk="0" hangingPunct="1">
        <a:lnSpc>
          <a:spcPct val="90000"/>
        </a:lnSpc>
        <a:spcBef>
          <a:spcPts val="795"/>
        </a:spcBef>
        <a:buFont typeface="Arial" panose="020B0604020202020204" pitchFamily="34" charset="0"/>
        <a:buChar char="•"/>
        <a:defRPr sz="2863" kern="1200">
          <a:solidFill>
            <a:schemeClr val="tx1"/>
          </a:solidFill>
          <a:latin typeface="+mn-lt"/>
          <a:ea typeface="+mn-ea"/>
          <a:cs typeface="+mn-cs"/>
        </a:defRPr>
      </a:lvl6pPr>
      <a:lvl7pPr marL="4726648" indent="-363588" algn="l" defTabSz="1454353" rtl="0" eaLnBrk="1" latinLnBrk="0" hangingPunct="1">
        <a:lnSpc>
          <a:spcPct val="90000"/>
        </a:lnSpc>
        <a:spcBef>
          <a:spcPts val="795"/>
        </a:spcBef>
        <a:buFont typeface="Arial" panose="020B0604020202020204" pitchFamily="34" charset="0"/>
        <a:buChar char="•"/>
        <a:defRPr sz="2863" kern="1200">
          <a:solidFill>
            <a:schemeClr val="tx1"/>
          </a:solidFill>
          <a:latin typeface="+mn-lt"/>
          <a:ea typeface="+mn-ea"/>
          <a:cs typeface="+mn-cs"/>
        </a:defRPr>
      </a:lvl7pPr>
      <a:lvl8pPr marL="5453825" indent="-363588" algn="l" defTabSz="1454353" rtl="0" eaLnBrk="1" latinLnBrk="0" hangingPunct="1">
        <a:lnSpc>
          <a:spcPct val="90000"/>
        </a:lnSpc>
        <a:spcBef>
          <a:spcPts val="795"/>
        </a:spcBef>
        <a:buFont typeface="Arial" panose="020B0604020202020204" pitchFamily="34" charset="0"/>
        <a:buChar char="•"/>
        <a:defRPr sz="2863" kern="1200">
          <a:solidFill>
            <a:schemeClr val="tx1"/>
          </a:solidFill>
          <a:latin typeface="+mn-lt"/>
          <a:ea typeface="+mn-ea"/>
          <a:cs typeface="+mn-cs"/>
        </a:defRPr>
      </a:lvl8pPr>
      <a:lvl9pPr marL="6181001" indent="-363588" algn="l" defTabSz="1454353" rtl="0" eaLnBrk="1" latinLnBrk="0" hangingPunct="1">
        <a:lnSpc>
          <a:spcPct val="90000"/>
        </a:lnSpc>
        <a:spcBef>
          <a:spcPts val="795"/>
        </a:spcBef>
        <a:buFont typeface="Arial" panose="020B0604020202020204" pitchFamily="34" charset="0"/>
        <a:buChar char="•"/>
        <a:defRPr sz="28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54353" rtl="0" eaLnBrk="1" latinLnBrk="0" hangingPunct="1">
        <a:defRPr sz="2863" kern="1200">
          <a:solidFill>
            <a:schemeClr val="tx1"/>
          </a:solidFill>
          <a:latin typeface="+mn-lt"/>
          <a:ea typeface="+mn-ea"/>
          <a:cs typeface="+mn-cs"/>
        </a:defRPr>
      </a:lvl1pPr>
      <a:lvl2pPr marL="727177" algn="l" defTabSz="1454353" rtl="0" eaLnBrk="1" latinLnBrk="0" hangingPunct="1">
        <a:defRPr sz="2863" kern="1200">
          <a:solidFill>
            <a:schemeClr val="tx1"/>
          </a:solidFill>
          <a:latin typeface="+mn-lt"/>
          <a:ea typeface="+mn-ea"/>
          <a:cs typeface="+mn-cs"/>
        </a:defRPr>
      </a:lvl2pPr>
      <a:lvl3pPr marL="1454353" algn="l" defTabSz="1454353" rtl="0" eaLnBrk="1" latinLnBrk="0" hangingPunct="1">
        <a:defRPr sz="2863" kern="1200">
          <a:solidFill>
            <a:schemeClr val="tx1"/>
          </a:solidFill>
          <a:latin typeface="+mn-lt"/>
          <a:ea typeface="+mn-ea"/>
          <a:cs typeface="+mn-cs"/>
        </a:defRPr>
      </a:lvl3pPr>
      <a:lvl4pPr marL="2181530" algn="l" defTabSz="1454353" rtl="0" eaLnBrk="1" latinLnBrk="0" hangingPunct="1">
        <a:defRPr sz="2863" kern="1200">
          <a:solidFill>
            <a:schemeClr val="tx1"/>
          </a:solidFill>
          <a:latin typeface="+mn-lt"/>
          <a:ea typeface="+mn-ea"/>
          <a:cs typeface="+mn-cs"/>
        </a:defRPr>
      </a:lvl4pPr>
      <a:lvl5pPr marL="2908706" algn="l" defTabSz="1454353" rtl="0" eaLnBrk="1" latinLnBrk="0" hangingPunct="1">
        <a:defRPr sz="2863" kern="1200">
          <a:solidFill>
            <a:schemeClr val="tx1"/>
          </a:solidFill>
          <a:latin typeface="+mn-lt"/>
          <a:ea typeface="+mn-ea"/>
          <a:cs typeface="+mn-cs"/>
        </a:defRPr>
      </a:lvl5pPr>
      <a:lvl6pPr marL="3635883" algn="l" defTabSz="1454353" rtl="0" eaLnBrk="1" latinLnBrk="0" hangingPunct="1">
        <a:defRPr sz="2863" kern="1200">
          <a:solidFill>
            <a:schemeClr val="tx1"/>
          </a:solidFill>
          <a:latin typeface="+mn-lt"/>
          <a:ea typeface="+mn-ea"/>
          <a:cs typeface="+mn-cs"/>
        </a:defRPr>
      </a:lvl6pPr>
      <a:lvl7pPr marL="4363060" algn="l" defTabSz="1454353" rtl="0" eaLnBrk="1" latinLnBrk="0" hangingPunct="1">
        <a:defRPr sz="2863" kern="1200">
          <a:solidFill>
            <a:schemeClr val="tx1"/>
          </a:solidFill>
          <a:latin typeface="+mn-lt"/>
          <a:ea typeface="+mn-ea"/>
          <a:cs typeface="+mn-cs"/>
        </a:defRPr>
      </a:lvl7pPr>
      <a:lvl8pPr marL="5090236" algn="l" defTabSz="1454353" rtl="0" eaLnBrk="1" latinLnBrk="0" hangingPunct="1">
        <a:defRPr sz="2863" kern="1200">
          <a:solidFill>
            <a:schemeClr val="tx1"/>
          </a:solidFill>
          <a:latin typeface="+mn-lt"/>
          <a:ea typeface="+mn-ea"/>
          <a:cs typeface="+mn-cs"/>
        </a:defRPr>
      </a:lvl8pPr>
      <a:lvl9pPr marL="5817413" algn="l" defTabSz="1454353" rtl="0" eaLnBrk="1" latinLnBrk="0" hangingPunct="1">
        <a:defRPr sz="28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864E6-DEC2-F7E5-591E-E382F5910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728A1C-0BE5-3934-2101-80D5F36D7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5624175" cy="109077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86D785B-BD94-EC4A-AAD4-BAE1BDBE94C1}"/>
              </a:ext>
            </a:extLst>
          </p:cNvPr>
          <p:cNvSpPr/>
          <p:nvPr/>
        </p:nvSpPr>
        <p:spPr>
          <a:xfrm>
            <a:off x="8153400" y="430530"/>
            <a:ext cx="6953250" cy="10020776"/>
          </a:xfrm>
          <a:prstGeom prst="rect">
            <a:avLst/>
          </a:prstGeom>
          <a:solidFill>
            <a:srgbClr val="FFFD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FF27E-2814-CB62-5917-976A5E3E18C0}"/>
              </a:ext>
            </a:extLst>
          </p:cNvPr>
          <p:cNvSpPr/>
          <p:nvPr/>
        </p:nvSpPr>
        <p:spPr>
          <a:xfrm>
            <a:off x="8153399" y="1392072"/>
            <a:ext cx="6953251" cy="2173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sz="60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The </a:t>
            </a:r>
            <a:r>
              <a:rPr lang="nl-BE" sz="60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Ramen_Lord</a:t>
            </a:r>
            <a:endParaRPr lang="nl-BE" sz="6000" dirty="0">
              <a:latin typeface="Perpetua Titling MT" panose="02020502060505020804" pitchFamily="18" charset="0"/>
              <a:ea typeface="KaiTi" panose="020B0503020204020204" pitchFamily="49" charset="-122"/>
              <a:cs typeface="Dubai Light" panose="020B0303030403030204" pitchFamily="34" charset="-78"/>
            </a:endParaRPr>
          </a:p>
          <a:p>
            <a:pPr algn="ctr"/>
            <a:r>
              <a:rPr lang="nl-BE" sz="60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Book</a:t>
            </a:r>
            <a:r>
              <a:rPr lang="nl-BE" sz="60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 of Ramen</a:t>
            </a:r>
            <a:endParaRPr lang="en-GB" sz="6000" dirty="0">
              <a:latin typeface="Perpetua Titling MT" panose="02020502060505020804" pitchFamily="18" charset="0"/>
              <a:ea typeface="KaiTi" panose="020B0503020204020204" pitchFamily="49" charset="-122"/>
              <a:cs typeface="Dubai Light" panose="020B0303030403030204" pitchFamily="34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EB86CD-87A1-47E4-C2DF-1E929B877B94}"/>
              </a:ext>
            </a:extLst>
          </p:cNvPr>
          <p:cNvSpPr/>
          <p:nvPr/>
        </p:nvSpPr>
        <p:spPr>
          <a:xfrm>
            <a:off x="11442700" y="9853684"/>
            <a:ext cx="3663949" cy="597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By Mike </a:t>
            </a:r>
            <a:r>
              <a:rPr lang="en-GB" sz="14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Satinover</a:t>
            </a:r>
            <a:r>
              <a:rPr lang="en-GB" sz="14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 (</a:t>
            </a:r>
            <a:r>
              <a:rPr lang="en-GB" sz="14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Ramen_Lord</a:t>
            </a:r>
            <a:r>
              <a:rPr lang="en-GB" sz="14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)</a:t>
            </a:r>
          </a:p>
          <a:p>
            <a:pPr algn="ctr"/>
            <a:r>
              <a:rPr lang="en-GB" sz="14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&amp; Scott </a:t>
            </a:r>
            <a:r>
              <a:rPr lang="en-GB" sz="14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Satinover</a:t>
            </a:r>
            <a:r>
              <a:rPr lang="en-GB" sz="14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, </a:t>
            </a:r>
            <a:r>
              <a:rPr lang="en-GB" sz="14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Ph.D</a:t>
            </a:r>
            <a:endParaRPr lang="en-GB" sz="1400" dirty="0">
              <a:latin typeface="Perpetua Titling MT" panose="02020502060505020804" pitchFamily="18" charset="0"/>
              <a:ea typeface="KaiTi" panose="020B0503020204020204" pitchFamily="49" charset="-122"/>
              <a:cs typeface="Dubai Light" panose="020B0303030403030204" pitchFamily="34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4B0A35-0631-9F80-749D-C9D710B9C40F}"/>
              </a:ext>
            </a:extLst>
          </p:cNvPr>
          <p:cNvSpPr/>
          <p:nvPr/>
        </p:nvSpPr>
        <p:spPr>
          <a:xfrm>
            <a:off x="455612" y="430530"/>
            <a:ext cx="6953250" cy="10020776"/>
          </a:xfrm>
          <a:prstGeom prst="rect">
            <a:avLst/>
          </a:prstGeom>
          <a:solidFill>
            <a:srgbClr val="FFFD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037C06-10EE-69CA-30D0-6471F3DDF84E}"/>
              </a:ext>
            </a:extLst>
          </p:cNvPr>
          <p:cNvSpPr/>
          <p:nvPr/>
        </p:nvSpPr>
        <p:spPr>
          <a:xfrm>
            <a:off x="7408862" y="430530"/>
            <a:ext cx="744538" cy="10020776"/>
          </a:xfrm>
          <a:prstGeom prst="rect">
            <a:avLst/>
          </a:prstGeom>
          <a:solidFill>
            <a:srgbClr val="FFFD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4EC732-0F3A-1807-5041-CCE793AFA255}"/>
              </a:ext>
            </a:extLst>
          </p:cNvPr>
          <p:cNvSpPr/>
          <p:nvPr/>
        </p:nvSpPr>
        <p:spPr>
          <a:xfrm flipV="1">
            <a:off x="-2" y="-14652"/>
            <a:ext cx="15624175" cy="456406"/>
          </a:xfrm>
          <a:prstGeom prst="rect">
            <a:avLst/>
          </a:prstGeom>
          <a:solidFill>
            <a:srgbClr val="FFFD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8CA58A7-F940-CD54-1189-4E2508657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3987" y="3929223"/>
            <a:ext cx="7772400" cy="7924800"/>
          </a:xfrm>
          <a:prstGeom prst="rect">
            <a:avLst/>
          </a:prstGeom>
        </p:spPr>
      </p:pic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D79961DF-5A39-7A98-78CC-6318442935E8}"/>
              </a:ext>
            </a:extLst>
          </p:cNvPr>
          <p:cNvSpPr/>
          <p:nvPr/>
        </p:nvSpPr>
        <p:spPr>
          <a:xfrm flipH="1">
            <a:off x="-1204917" y="4082150"/>
            <a:ext cx="6362791" cy="4811539"/>
          </a:xfrm>
          <a:custGeom>
            <a:avLst/>
            <a:gdLst>
              <a:gd name="connsiteX0" fmla="*/ 6362792 w 6362791"/>
              <a:gd name="connsiteY0" fmla="*/ 1033230 h 4811539"/>
              <a:gd name="connsiteX1" fmla="*/ 5368447 w 6362791"/>
              <a:gd name="connsiteY1" fmla="*/ 1207966 h 4811539"/>
              <a:gd name="connsiteX2" fmla="*/ 4532794 w 6362791"/>
              <a:gd name="connsiteY2" fmla="*/ 1345736 h 4811539"/>
              <a:gd name="connsiteX3" fmla="*/ 3631260 w 6362791"/>
              <a:gd name="connsiteY3" fmla="*/ 1494726 h 4811539"/>
              <a:gd name="connsiteX4" fmla="*/ 2804911 w 6362791"/>
              <a:gd name="connsiteY4" fmla="*/ 1631734 h 4811539"/>
              <a:gd name="connsiteX5" fmla="*/ 2782490 w 6362791"/>
              <a:gd name="connsiteY5" fmla="*/ 1635877 h 4811539"/>
              <a:gd name="connsiteX6" fmla="*/ 2788582 w 6362791"/>
              <a:gd name="connsiteY6" fmla="*/ 1678187 h 4811539"/>
              <a:gd name="connsiteX7" fmla="*/ 2800517 w 6362791"/>
              <a:gd name="connsiteY7" fmla="*/ 2024964 h 4811539"/>
              <a:gd name="connsiteX8" fmla="*/ 2631396 w 6362791"/>
              <a:gd name="connsiteY8" fmla="*/ 2474029 h 4811539"/>
              <a:gd name="connsiteX9" fmla="*/ 2594904 w 6362791"/>
              <a:gd name="connsiteY9" fmla="*/ 2566974 h 4811539"/>
              <a:gd name="connsiteX10" fmla="*/ 2630443 w 6362791"/>
              <a:gd name="connsiteY10" fmla="*/ 3034547 h 4811539"/>
              <a:gd name="connsiteX11" fmla="*/ 2799182 w 6362791"/>
              <a:gd name="connsiteY11" fmla="*/ 3343681 h 4811539"/>
              <a:gd name="connsiteX12" fmla="*/ 2886417 w 6362791"/>
              <a:gd name="connsiteY12" fmla="*/ 3956072 h 4811539"/>
              <a:gd name="connsiteX13" fmla="*/ 2764436 w 6362791"/>
              <a:gd name="connsiteY13" fmla="*/ 4211913 h 4811539"/>
              <a:gd name="connsiteX14" fmla="*/ 2738068 w 6362791"/>
              <a:gd name="connsiteY14" fmla="*/ 4256452 h 4811539"/>
              <a:gd name="connsiteX15" fmla="*/ 2971192 w 6362791"/>
              <a:gd name="connsiteY15" fmla="*/ 4314517 h 4811539"/>
              <a:gd name="connsiteX16" fmla="*/ 3093249 w 6362791"/>
              <a:gd name="connsiteY16" fmla="*/ 4500226 h 4811539"/>
              <a:gd name="connsiteX17" fmla="*/ 2981392 w 6362791"/>
              <a:gd name="connsiteY17" fmla="*/ 4729721 h 4811539"/>
              <a:gd name="connsiteX18" fmla="*/ 2586840 w 6362791"/>
              <a:gd name="connsiteY18" fmla="*/ 4807064 h 4811539"/>
              <a:gd name="connsiteX19" fmla="*/ 1987562 w 6362791"/>
              <a:gd name="connsiteY19" fmla="*/ 4628603 h 4811539"/>
              <a:gd name="connsiteX20" fmla="*/ 1853636 w 6362791"/>
              <a:gd name="connsiteY20" fmla="*/ 4628346 h 4811539"/>
              <a:gd name="connsiteX21" fmla="*/ 1269543 w 6362791"/>
              <a:gd name="connsiteY21" fmla="*/ 4765135 h 4811539"/>
              <a:gd name="connsiteX22" fmla="*/ 686728 w 6362791"/>
              <a:gd name="connsiteY22" fmla="*/ 4542355 h 4811539"/>
              <a:gd name="connsiteX23" fmla="*/ 563193 w 6362791"/>
              <a:gd name="connsiteY23" fmla="*/ 4536230 h 4811539"/>
              <a:gd name="connsiteX24" fmla="*/ 349859 w 6362791"/>
              <a:gd name="connsiteY24" fmla="*/ 4687192 h 4811539"/>
              <a:gd name="connsiteX25" fmla="*/ 174618 w 6362791"/>
              <a:gd name="connsiteY25" fmla="*/ 4720082 h 4811539"/>
              <a:gd name="connsiteX26" fmla="*/ 34315 w 6362791"/>
              <a:gd name="connsiteY26" fmla="*/ 4430398 h 4811539"/>
              <a:gd name="connsiteX27" fmla="*/ 307114 w 6362791"/>
              <a:gd name="connsiteY27" fmla="*/ 4217638 h 4811539"/>
              <a:gd name="connsiteX28" fmla="*/ 461421 w 6362791"/>
              <a:gd name="connsiteY28" fmla="*/ 4169327 h 4811539"/>
              <a:gd name="connsiteX29" fmla="*/ 497160 w 6362791"/>
              <a:gd name="connsiteY29" fmla="*/ 4132580 h 4811539"/>
              <a:gd name="connsiteX30" fmla="*/ 943322 w 6362791"/>
              <a:gd name="connsiteY30" fmla="*/ 3665616 h 4811539"/>
              <a:gd name="connsiteX31" fmla="*/ 1317484 w 6362791"/>
              <a:gd name="connsiteY31" fmla="*/ 3650605 h 4811539"/>
              <a:gd name="connsiteX32" fmla="*/ 1564163 w 6362791"/>
              <a:gd name="connsiteY32" fmla="*/ 3656558 h 4811539"/>
              <a:gd name="connsiteX33" fmla="*/ 1823626 w 6362791"/>
              <a:gd name="connsiteY33" fmla="*/ 3373313 h 4811539"/>
              <a:gd name="connsiteX34" fmla="*/ 1741721 w 6362791"/>
              <a:gd name="connsiteY34" fmla="*/ 3064208 h 4811539"/>
              <a:gd name="connsiteX35" fmla="*/ 1696354 w 6362791"/>
              <a:gd name="connsiteY35" fmla="*/ 2954413 h 4811539"/>
              <a:gd name="connsiteX36" fmla="*/ 1739833 w 6362791"/>
              <a:gd name="connsiteY36" fmla="*/ 2515225 h 4811539"/>
              <a:gd name="connsiteX37" fmla="*/ 1943758 w 6362791"/>
              <a:gd name="connsiteY37" fmla="*/ 2138959 h 4811539"/>
              <a:gd name="connsiteX38" fmla="*/ 1974340 w 6362791"/>
              <a:gd name="connsiteY38" fmla="*/ 1830825 h 4811539"/>
              <a:gd name="connsiteX39" fmla="*/ 1880404 w 6362791"/>
              <a:gd name="connsiteY39" fmla="*/ 1765846 h 4811539"/>
              <a:gd name="connsiteX40" fmla="*/ 1518721 w 6362791"/>
              <a:gd name="connsiteY40" fmla="*/ 1825186 h 4811539"/>
              <a:gd name="connsiteX41" fmla="*/ 1434556 w 6362791"/>
              <a:gd name="connsiteY41" fmla="*/ 1771132 h 4811539"/>
              <a:gd name="connsiteX42" fmla="*/ 1487120 w 6362791"/>
              <a:gd name="connsiteY42" fmla="*/ 1685359 h 4811539"/>
              <a:gd name="connsiteX43" fmla="*/ 1717441 w 6362791"/>
              <a:gd name="connsiteY43" fmla="*/ 1634991 h 4811539"/>
              <a:gd name="connsiteX44" fmla="*/ 1769938 w 6362791"/>
              <a:gd name="connsiteY44" fmla="*/ 1525806 h 4811539"/>
              <a:gd name="connsiteX45" fmla="*/ 1514021 w 6362791"/>
              <a:gd name="connsiteY45" fmla="*/ 1587671 h 4811539"/>
              <a:gd name="connsiteX46" fmla="*/ 1404384 w 6362791"/>
              <a:gd name="connsiteY46" fmla="*/ 1543837 h 4811539"/>
              <a:gd name="connsiteX47" fmla="*/ 1454079 w 6362791"/>
              <a:gd name="connsiteY47" fmla="*/ 1445015 h 4811539"/>
              <a:gd name="connsiteX48" fmla="*/ 2629508 w 6362791"/>
              <a:gd name="connsiteY48" fmla="*/ 1089809 h 4811539"/>
              <a:gd name="connsiteX49" fmla="*/ 3868922 w 6362791"/>
              <a:gd name="connsiteY49" fmla="*/ 716258 h 4811539"/>
              <a:gd name="connsiteX50" fmla="*/ 4912609 w 6362791"/>
              <a:gd name="connsiteY50" fmla="*/ 402448 h 4811539"/>
              <a:gd name="connsiteX51" fmla="*/ 5793285 w 6362791"/>
              <a:gd name="connsiteY51" fmla="*/ 141587 h 4811539"/>
              <a:gd name="connsiteX52" fmla="*/ 6244147 w 6362791"/>
              <a:gd name="connsiteY52" fmla="*/ 4979 h 4811539"/>
              <a:gd name="connsiteX53" fmla="*/ 6359694 w 6362791"/>
              <a:gd name="connsiteY53" fmla="*/ 46068 h 4811539"/>
              <a:gd name="connsiteX54" fmla="*/ 6359132 w 6362791"/>
              <a:gd name="connsiteY54" fmla="*/ 357820 h 4811539"/>
              <a:gd name="connsiteX55" fmla="*/ 6138629 w 6362791"/>
              <a:gd name="connsiteY55" fmla="*/ 418018 h 4811539"/>
              <a:gd name="connsiteX56" fmla="*/ 4806690 w 6362791"/>
              <a:gd name="connsiteY56" fmla="*/ 759896 h 4811539"/>
              <a:gd name="connsiteX57" fmla="*/ 3445981 w 6362791"/>
              <a:gd name="connsiteY57" fmla="*/ 1104258 h 4811539"/>
              <a:gd name="connsiteX58" fmla="*/ 2541292 w 6362791"/>
              <a:gd name="connsiteY58" fmla="*/ 1331782 h 4811539"/>
              <a:gd name="connsiteX59" fmla="*/ 2129257 w 6362791"/>
              <a:gd name="connsiteY59" fmla="*/ 1433890 h 4811539"/>
              <a:gd name="connsiteX60" fmla="*/ 2325413 w 6362791"/>
              <a:gd name="connsiteY60" fmla="*/ 1519948 h 4811539"/>
              <a:gd name="connsiteX61" fmla="*/ 2479605 w 6362791"/>
              <a:gd name="connsiteY61" fmla="*/ 1983216 h 4811539"/>
              <a:gd name="connsiteX62" fmla="*/ 2347758 w 6362791"/>
              <a:gd name="connsiteY62" fmla="*/ 2363844 h 4811539"/>
              <a:gd name="connsiteX63" fmla="*/ 2291448 w 6362791"/>
              <a:gd name="connsiteY63" fmla="*/ 3033633 h 4811539"/>
              <a:gd name="connsiteX64" fmla="*/ 2208608 w 6362791"/>
              <a:gd name="connsiteY64" fmla="*/ 3684295 h 4811539"/>
              <a:gd name="connsiteX65" fmla="*/ 1922663 w 6362791"/>
              <a:gd name="connsiteY65" fmla="*/ 3971493 h 4811539"/>
              <a:gd name="connsiteX66" fmla="*/ 1875247 w 6362791"/>
              <a:gd name="connsiteY66" fmla="*/ 3974464 h 4811539"/>
              <a:gd name="connsiteX67" fmla="*/ 1878240 w 6362791"/>
              <a:gd name="connsiteY67" fmla="*/ 3925735 h 4811539"/>
              <a:gd name="connsiteX68" fmla="*/ 1962872 w 6362791"/>
              <a:gd name="connsiteY68" fmla="*/ 3810806 h 4811539"/>
              <a:gd name="connsiteX69" fmla="*/ 2143880 w 6362791"/>
              <a:gd name="connsiteY69" fmla="*/ 3510083 h 4811539"/>
              <a:gd name="connsiteX70" fmla="*/ 2125692 w 6362791"/>
              <a:gd name="connsiteY70" fmla="*/ 3050006 h 4811539"/>
              <a:gd name="connsiteX71" fmla="*/ 2110983 w 6362791"/>
              <a:gd name="connsiteY71" fmla="*/ 2460971 h 4811539"/>
              <a:gd name="connsiteX72" fmla="*/ 2237864 w 6362791"/>
              <a:gd name="connsiteY72" fmla="*/ 2163286 h 4811539"/>
              <a:gd name="connsiteX73" fmla="*/ 2308054 w 6362791"/>
              <a:gd name="connsiteY73" fmla="*/ 1817862 h 4811539"/>
              <a:gd name="connsiteX74" fmla="*/ 2156416 w 6362791"/>
              <a:gd name="connsiteY74" fmla="*/ 1571774 h 4811539"/>
              <a:gd name="connsiteX75" fmla="*/ 2013910 w 6362791"/>
              <a:gd name="connsiteY75" fmla="*/ 1587433 h 4811539"/>
              <a:gd name="connsiteX76" fmla="*/ 2096064 w 6362791"/>
              <a:gd name="connsiteY76" fmla="*/ 1713820 h 4811539"/>
              <a:gd name="connsiteX77" fmla="*/ 2059467 w 6362791"/>
              <a:gd name="connsiteY77" fmla="*/ 2300713 h 4811539"/>
              <a:gd name="connsiteX78" fmla="*/ 1891128 w 6362791"/>
              <a:gd name="connsiteY78" fmla="*/ 2604560 h 4811539"/>
              <a:gd name="connsiteX79" fmla="*/ 1863607 w 6362791"/>
              <a:gd name="connsiteY79" fmla="*/ 2922381 h 4811539"/>
              <a:gd name="connsiteX80" fmla="*/ 1952052 w 6362791"/>
              <a:gd name="connsiteY80" fmla="*/ 3163468 h 4811539"/>
              <a:gd name="connsiteX81" fmla="*/ 1901433 w 6362791"/>
              <a:gd name="connsiteY81" fmla="*/ 3594855 h 4811539"/>
              <a:gd name="connsiteX82" fmla="*/ 1418693 w 6362791"/>
              <a:gd name="connsiteY82" fmla="*/ 3808930 h 4811539"/>
              <a:gd name="connsiteX83" fmla="*/ 1076800 w 6362791"/>
              <a:gd name="connsiteY83" fmla="*/ 3802567 h 4811539"/>
              <a:gd name="connsiteX84" fmla="*/ 708949 w 6362791"/>
              <a:gd name="connsiteY84" fmla="*/ 3980484 h 4811539"/>
              <a:gd name="connsiteX85" fmla="*/ 634460 w 6362791"/>
              <a:gd name="connsiteY85" fmla="*/ 4132599 h 4811539"/>
              <a:gd name="connsiteX86" fmla="*/ 768911 w 6362791"/>
              <a:gd name="connsiteY86" fmla="*/ 4133037 h 4811539"/>
              <a:gd name="connsiteX87" fmla="*/ 819797 w 6362791"/>
              <a:gd name="connsiteY87" fmla="*/ 4095680 h 4811539"/>
              <a:gd name="connsiteX88" fmla="*/ 962731 w 6362791"/>
              <a:gd name="connsiteY88" fmla="*/ 3906351 h 4811539"/>
              <a:gd name="connsiteX89" fmla="*/ 1260153 w 6362791"/>
              <a:gd name="connsiteY89" fmla="*/ 3817578 h 4811539"/>
              <a:gd name="connsiteX90" fmla="*/ 1777755 w 6362791"/>
              <a:gd name="connsiteY90" fmla="*/ 3943089 h 4811539"/>
              <a:gd name="connsiteX91" fmla="*/ 2181697 w 6362791"/>
              <a:gd name="connsiteY91" fmla="*/ 4323699 h 4811539"/>
              <a:gd name="connsiteX92" fmla="*/ 2230676 w 6362791"/>
              <a:gd name="connsiteY92" fmla="*/ 4347054 h 4811539"/>
              <a:gd name="connsiteX93" fmla="*/ 2333840 w 6362791"/>
              <a:gd name="connsiteY93" fmla="*/ 4330357 h 4811539"/>
              <a:gd name="connsiteX94" fmla="*/ 2637430 w 6362791"/>
              <a:gd name="connsiteY94" fmla="*/ 4156402 h 4811539"/>
              <a:gd name="connsiteX95" fmla="*/ 2689708 w 6362791"/>
              <a:gd name="connsiteY95" fmla="*/ 3505482 h 4811539"/>
              <a:gd name="connsiteX96" fmla="*/ 2513132 w 6362791"/>
              <a:gd name="connsiteY96" fmla="*/ 3190052 h 4811539"/>
              <a:gd name="connsiteX97" fmla="*/ 2374144 w 6362791"/>
              <a:gd name="connsiteY97" fmla="*/ 2824140 h 4811539"/>
              <a:gd name="connsiteX98" fmla="*/ 2472761 w 6362791"/>
              <a:gd name="connsiteY98" fmla="*/ 2369902 h 4811539"/>
              <a:gd name="connsiteX99" fmla="*/ 2636448 w 6362791"/>
              <a:gd name="connsiteY99" fmla="*/ 1969728 h 4811539"/>
              <a:gd name="connsiteX100" fmla="*/ 2373649 w 6362791"/>
              <a:gd name="connsiteY100" fmla="*/ 1477905 h 4811539"/>
              <a:gd name="connsiteX101" fmla="*/ 2330246 w 6362791"/>
              <a:gd name="connsiteY101" fmla="*/ 1441234 h 4811539"/>
              <a:gd name="connsiteX102" fmla="*/ 2372553 w 6362791"/>
              <a:gd name="connsiteY102" fmla="*/ 1395876 h 4811539"/>
              <a:gd name="connsiteX103" fmla="*/ 2565362 w 6362791"/>
              <a:gd name="connsiteY103" fmla="*/ 1415287 h 4811539"/>
              <a:gd name="connsiteX104" fmla="*/ 2704922 w 6362791"/>
              <a:gd name="connsiteY104" fmla="*/ 1431747 h 4811539"/>
              <a:gd name="connsiteX105" fmla="*/ 2760298 w 6362791"/>
              <a:gd name="connsiteY105" fmla="*/ 1417764 h 4811539"/>
              <a:gd name="connsiteX106" fmla="*/ 3956309 w 6362791"/>
              <a:gd name="connsiteY106" fmla="*/ 1163542 h 4811539"/>
              <a:gd name="connsiteX107" fmla="*/ 5046049 w 6362791"/>
              <a:gd name="connsiteY107" fmla="*/ 936571 h 4811539"/>
              <a:gd name="connsiteX108" fmla="*/ 6267273 w 6362791"/>
              <a:gd name="connsiteY108" fmla="*/ 689148 h 4811539"/>
              <a:gd name="connsiteX109" fmla="*/ 6362792 w 6362791"/>
              <a:gd name="connsiteY109" fmla="*/ 713847 h 4811539"/>
              <a:gd name="connsiteX110" fmla="*/ 6362792 w 6362791"/>
              <a:gd name="connsiteY110" fmla="*/ 1033230 h 4811539"/>
              <a:gd name="connsiteX111" fmla="*/ 476760 w 6362791"/>
              <a:gd name="connsiteY111" fmla="*/ 4315564 h 4811539"/>
              <a:gd name="connsiteX112" fmla="*/ 289078 w 6362791"/>
              <a:gd name="connsiteY112" fmla="*/ 4381754 h 4811539"/>
              <a:gd name="connsiteX113" fmla="*/ 133427 w 6362791"/>
              <a:gd name="connsiteY113" fmla="*/ 4516494 h 4811539"/>
              <a:gd name="connsiteX114" fmla="*/ 186324 w 6362791"/>
              <a:gd name="connsiteY114" fmla="*/ 4607515 h 4811539"/>
              <a:gd name="connsiteX115" fmla="*/ 296304 w 6362791"/>
              <a:gd name="connsiteY115" fmla="*/ 4583084 h 4811539"/>
              <a:gd name="connsiteX116" fmla="*/ 490086 w 6362791"/>
              <a:gd name="connsiteY116" fmla="*/ 4430893 h 4811539"/>
              <a:gd name="connsiteX117" fmla="*/ 775031 w 6362791"/>
              <a:gd name="connsiteY117" fmla="*/ 4432617 h 4811539"/>
              <a:gd name="connsiteX118" fmla="*/ 1108544 w 6362791"/>
              <a:gd name="connsiteY118" fmla="*/ 4596809 h 4811539"/>
              <a:gd name="connsiteX119" fmla="*/ 1677784 w 6362791"/>
              <a:gd name="connsiteY119" fmla="*/ 4530782 h 4811539"/>
              <a:gd name="connsiteX120" fmla="*/ 1698070 w 6362791"/>
              <a:gd name="connsiteY120" fmla="*/ 4511913 h 4811539"/>
              <a:gd name="connsiteX121" fmla="*/ 1678976 w 6362791"/>
              <a:gd name="connsiteY121" fmla="*/ 4500578 h 4811539"/>
              <a:gd name="connsiteX122" fmla="*/ 1023712 w 6362791"/>
              <a:gd name="connsiteY122" fmla="*/ 4308592 h 4811539"/>
              <a:gd name="connsiteX123" fmla="*/ 476760 w 6362791"/>
              <a:gd name="connsiteY123" fmla="*/ 4315564 h 4811539"/>
              <a:gd name="connsiteX124" fmla="*/ 3679572 w 6362791"/>
              <a:gd name="connsiteY124" fmla="*/ 896308 h 4811539"/>
              <a:gd name="connsiteX125" fmla="*/ 3132582 w 6362791"/>
              <a:gd name="connsiteY125" fmla="*/ 1059310 h 4811539"/>
              <a:gd name="connsiteX126" fmla="*/ 3312989 w 6362791"/>
              <a:gd name="connsiteY126" fmla="*/ 1017476 h 4811539"/>
              <a:gd name="connsiteX127" fmla="*/ 4755156 w 6362791"/>
              <a:gd name="connsiteY127" fmla="*/ 646722 h 4811539"/>
              <a:gd name="connsiteX128" fmla="*/ 5551962 w 6362791"/>
              <a:gd name="connsiteY128" fmla="*/ 441312 h 4811539"/>
              <a:gd name="connsiteX129" fmla="*/ 6262174 w 6362791"/>
              <a:gd name="connsiteY129" fmla="*/ 261472 h 4811539"/>
              <a:gd name="connsiteX130" fmla="*/ 6301897 w 6362791"/>
              <a:gd name="connsiteY130" fmla="*/ 232982 h 4811539"/>
              <a:gd name="connsiteX131" fmla="*/ 6209076 w 6362791"/>
              <a:gd name="connsiteY131" fmla="*/ 144687 h 4811539"/>
              <a:gd name="connsiteX132" fmla="*/ 5575442 w 6362791"/>
              <a:gd name="connsiteY132" fmla="*/ 334592 h 4811539"/>
              <a:gd name="connsiteX133" fmla="*/ 4544739 w 6362791"/>
              <a:gd name="connsiteY133" fmla="*/ 641405 h 4811539"/>
              <a:gd name="connsiteX134" fmla="*/ 3679572 w 6362791"/>
              <a:gd name="connsiteY134" fmla="*/ 896308 h 4811539"/>
              <a:gd name="connsiteX135" fmla="*/ 5377427 w 6362791"/>
              <a:gd name="connsiteY135" fmla="*/ 992597 h 4811539"/>
              <a:gd name="connsiteX136" fmla="*/ 4571211 w 6362791"/>
              <a:gd name="connsiteY136" fmla="*/ 1158608 h 4811539"/>
              <a:gd name="connsiteX137" fmla="*/ 3304057 w 6362791"/>
              <a:gd name="connsiteY137" fmla="*/ 1421736 h 4811539"/>
              <a:gd name="connsiteX138" fmla="*/ 3081677 w 6362791"/>
              <a:gd name="connsiteY138" fmla="*/ 1466113 h 4811539"/>
              <a:gd name="connsiteX139" fmla="*/ 3199044 w 6362791"/>
              <a:gd name="connsiteY139" fmla="*/ 1453664 h 4811539"/>
              <a:gd name="connsiteX140" fmla="*/ 4057032 w 6362791"/>
              <a:gd name="connsiteY140" fmla="*/ 1304845 h 4811539"/>
              <a:gd name="connsiteX141" fmla="*/ 4981120 w 6362791"/>
              <a:gd name="connsiteY141" fmla="*/ 1148997 h 4811539"/>
              <a:gd name="connsiteX142" fmla="*/ 5769167 w 6362791"/>
              <a:gd name="connsiteY142" fmla="*/ 1015895 h 4811539"/>
              <a:gd name="connsiteX143" fmla="*/ 6271163 w 6362791"/>
              <a:gd name="connsiteY143" fmla="*/ 931875 h 4811539"/>
              <a:gd name="connsiteX144" fmla="*/ 6310075 w 6362791"/>
              <a:gd name="connsiteY144" fmla="*/ 911224 h 4811539"/>
              <a:gd name="connsiteX145" fmla="*/ 6294680 w 6362791"/>
              <a:gd name="connsiteY145" fmla="*/ 824242 h 4811539"/>
              <a:gd name="connsiteX146" fmla="*/ 6233260 w 6362791"/>
              <a:gd name="connsiteY146" fmla="*/ 815498 h 4811539"/>
              <a:gd name="connsiteX147" fmla="*/ 5377427 w 6362791"/>
              <a:gd name="connsiteY147" fmla="*/ 992597 h 4811539"/>
              <a:gd name="connsiteX148" fmla="*/ 2437156 w 6362791"/>
              <a:gd name="connsiteY148" fmla="*/ 4631013 h 4811539"/>
              <a:gd name="connsiteX149" fmla="*/ 2571692 w 6362791"/>
              <a:gd name="connsiteY149" fmla="*/ 4659779 h 4811539"/>
              <a:gd name="connsiteX150" fmla="*/ 2867733 w 6362791"/>
              <a:gd name="connsiteY150" fmla="*/ 4639938 h 4811539"/>
              <a:gd name="connsiteX151" fmla="*/ 2904138 w 6362791"/>
              <a:gd name="connsiteY151" fmla="*/ 4411957 h 4811539"/>
              <a:gd name="connsiteX152" fmla="*/ 2738583 w 6362791"/>
              <a:gd name="connsiteY152" fmla="*/ 4320193 h 4811539"/>
              <a:gd name="connsiteX153" fmla="*/ 2651186 w 6362791"/>
              <a:gd name="connsiteY153" fmla="*/ 4326690 h 4811539"/>
              <a:gd name="connsiteX154" fmla="*/ 2429444 w 6362791"/>
              <a:gd name="connsiteY154" fmla="*/ 4440685 h 4811539"/>
              <a:gd name="connsiteX155" fmla="*/ 2194070 w 6362791"/>
              <a:gd name="connsiteY155" fmla="*/ 4498416 h 4811539"/>
              <a:gd name="connsiteX156" fmla="*/ 2146530 w 6362791"/>
              <a:gd name="connsiteY156" fmla="*/ 4529553 h 4811539"/>
              <a:gd name="connsiteX157" fmla="*/ 2437156 w 6362791"/>
              <a:gd name="connsiteY157" fmla="*/ 4631013 h 4811539"/>
              <a:gd name="connsiteX158" fmla="*/ 1362231 w 6362791"/>
              <a:gd name="connsiteY158" fmla="*/ 4217924 h 4811539"/>
              <a:gd name="connsiteX159" fmla="*/ 1853045 w 6362791"/>
              <a:gd name="connsiteY159" fmla="*/ 4408424 h 4811539"/>
              <a:gd name="connsiteX160" fmla="*/ 2114538 w 6362791"/>
              <a:gd name="connsiteY160" fmla="*/ 4377229 h 4811539"/>
              <a:gd name="connsiteX161" fmla="*/ 1821339 w 6362791"/>
              <a:gd name="connsiteY161" fmla="*/ 4108729 h 4811539"/>
              <a:gd name="connsiteX162" fmla="*/ 1787392 w 6362791"/>
              <a:gd name="connsiteY162" fmla="*/ 4113520 h 4811539"/>
              <a:gd name="connsiteX163" fmla="*/ 1539283 w 6362791"/>
              <a:gd name="connsiteY163" fmla="*/ 4173728 h 4811539"/>
              <a:gd name="connsiteX164" fmla="*/ 1307941 w 6362791"/>
              <a:gd name="connsiteY164" fmla="*/ 4154525 h 4811539"/>
              <a:gd name="connsiteX165" fmla="*/ 1228753 w 6362791"/>
              <a:gd name="connsiteY165" fmla="*/ 4185310 h 4811539"/>
              <a:gd name="connsiteX166" fmla="*/ 1362231 w 6362791"/>
              <a:gd name="connsiteY166" fmla="*/ 4217924 h 4811539"/>
              <a:gd name="connsiteX167" fmla="*/ 1406739 w 6362791"/>
              <a:gd name="connsiteY167" fmla="*/ 4020013 h 4811539"/>
              <a:gd name="connsiteX168" fmla="*/ 1669396 w 6362791"/>
              <a:gd name="connsiteY168" fmla="*/ 4042216 h 4811539"/>
              <a:gd name="connsiteX169" fmla="*/ 1652542 w 6362791"/>
              <a:gd name="connsiteY169" fmla="*/ 4023947 h 4811539"/>
              <a:gd name="connsiteX170" fmla="*/ 1373374 w 6362791"/>
              <a:gd name="connsiteY170" fmla="*/ 3947699 h 4811539"/>
              <a:gd name="connsiteX171" fmla="*/ 1051004 w 6362791"/>
              <a:gd name="connsiteY171" fmla="*/ 3983561 h 4811539"/>
              <a:gd name="connsiteX172" fmla="*/ 900043 w 6362791"/>
              <a:gd name="connsiteY172" fmla="*/ 4130274 h 4811539"/>
              <a:gd name="connsiteX173" fmla="*/ 1082596 w 6362791"/>
              <a:gd name="connsiteY173" fmla="*/ 4154792 h 4811539"/>
              <a:gd name="connsiteX174" fmla="*/ 1100194 w 6362791"/>
              <a:gd name="connsiteY174" fmla="*/ 4140609 h 4811539"/>
              <a:gd name="connsiteX175" fmla="*/ 1406739 w 6362791"/>
              <a:gd name="connsiteY175" fmla="*/ 4020013 h 4811539"/>
              <a:gd name="connsiteX176" fmla="*/ 1977314 w 6362791"/>
              <a:gd name="connsiteY176" fmla="*/ 1471361 h 4811539"/>
              <a:gd name="connsiteX177" fmla="*/ 1835724 w 6362791"/>
              <a:gd name="connsiteY177" fmla="*/ 1508137 h 4811539"/>
              <a:gd name="connsiteX178" fmla="*/ 1980078 w 6362791"/>
              <a:gd name="connsiteY178" fmla="*/ 1555210 h 4811539"/>
              <a:gd name="connsiteX179" fmla="*/ 2065931 w 6362791"/>
              <a:gd name="connsiteY179" fmla="*/ 1448311 h 4811539"/>
              <a:gd name="connsiteX180" fmla="*/ 1977314 w 6362791"/>
              <a:gd name="connsiteY180" fmla="*/ 1471361 h 481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</a:cxnLst>
            <a:rect l="l" t="t" r="r" b="b"/>
            <a:pathLst>
              <a:path w="6362791" h="4811539">
                <a:moveTo>
                  <a:pt x="6362792" y="1033230"/>
                </a:moveTo>
                <a:cubicBezTo>
                  <a:pt x="6031356" y="1094524"/>
                  <a:pt x="5700045" y="1152083"/>
                  <a:pt x="5368447" y="1207966"/>
                </a:cubicBezTo>
                <a:cubicBezTo>
                  <a:pt x="5090061" y="1254887"/>
                  <a:pt x="4811342" y="1299787"/>
                  <a:pt x="4532794" y="1345736"/>
                </a:cubicBezTo>
                <a:cubicBezTo>
                  <a:pt x="4232264" y="1395304"/>
                  <a:pt x="3931762" y="1444986"/>
                  <a:pt x="3631260" y="1494726"/>
                </a:cubicBezTo>
                <a:cubicBezTo>
                  <a:pt x="3355801" y="1540322"/>
                  <a:pt x="3080361" y="1586042"/>
                  <a:pt x="2804911" y="1631734"/>
                </a:cubicBezTo>
                <a:cubicBezTo>
                  <a:pt x="2797247" y="1633000"/>
                  <a:pt x="2789630" y="1634553"/>
                  <a:pt x="2782490" y="1635877"/>
                </a:cubicBezTo>
                <a:cubicBezTo>
                  <a:pt x="2775379" y="1652584"/>
                  <a:pt x="2783854" y="1665233"/>
                  <a:pt x="2788582" y="1678187"/>
                </a:cubicBezTo>
                <a:cubicBezTo>
                  <a:pt x="2830326" y="1792516"/>
                  <a:pt x="2826646" y="1908159"/>
                  <a:pt x="2800517" y="2024964"/>
                </a:cubicBezTo>
                <a:cubicBezTo>
                  <a:pt x="2765246" y="2182679"/>
                  <a:pt x="2693769" y="2326592"/>
                  <a:pt x="2631396" y="2474029"/>
                </a:cubicBezTo>
                <a:cubicBezTo>
                  <a:pt x="2618431" y="2504671"/>
                  <a:pt x="2607726" y="2536266"/>
                  <a:pt x="2594904" y="2566974"/>
                </a:cubicBezTo>
                <a:cubicBezTo>
                  <a:pt x="2527279" y="2728928"/>
                  <a:pt x="2552026" y="2884376"/>
                  <a:pt x="2630443" y="3034547"/>
                </a:cubicBezTo>
                <a:cubicBezTo>
                  <a:pt x="2684770" y="3138589"/>
                  <a:pt x="2745789" y="3239182"/>
                  <a:pt x="2799182" y="3343681"/>
                </a:cubicBezTo>
                <a:cubicBezTo>
                  <a:pt x="2898095" y="3537286"/>
                  <a:pt x="2940058" y="3740254"/>
                  <a:pt x="2886417" y="3956072"/>
                </a:cubicBezTo>
                <a:cubicBezTo>
                  <a:pt x="2863176" y="4049560"/>
                  <a:pt x="2823596" y="4135408"/>
                  <a:pt x="2764436" y="4211913"/>
                </a:cubicBezTo>
                <a:cubicBezTo>
                  <a:pt x="2754969" y="4224153"/>
                  <a:pt x="2741128" y="4233726"/>
                  <a:pt x="2738068" y="4256452"/>
                </a:cubicBezTo>
                <a:cubicBezTo>
                  <a:pt x="2823148" y="4247832"/>
                  <a:pt x="2901726" y="4264301"/>
                  <a:pt x="2971192" y="4314517"/>
                </a:cubicBezTo>
                <a:cubicBezTo>
                  <a:pt x="3035529" y="4361018"/>
                  <a:pt x="3081495" y="4420216"/>
                  <a:pt x="3093249" y="4500226"/>
                </a:cubicBezTo>
                <a:cubicBezTo>
                  <a:pt x="3108073" y="4601181"/>
                  <a:pt x="3064823" y="4677686"/>
                  <a:pt x="2981392" y="4729721"/>
                </a:cubicBezTo>
                <a:cubicBezTo>
                  <a:pt x="2860507" y="4805102"/>
                  <a:pt x="2725780" y="4820789"/>
                  <a:pt x="2586840" y="4807064"/>
                </a:cubicBezTo>
                <a:cubicBezTo>
                  <a:pt x="2375736" y="4786214"/>
                  <a:pt x="2178093" y="4717920"/>
                  <a:pt x="1987562" y="4628603"/>
                </a:cubicBezTo>
                <a:cubicBezTo>
                  <a:pt x="1939831" y="4606229"/>
                  <a:pt x="1901538" y="4607963"/>
                  <a:pt x="1853636" y="4628346"/>
                </a:cubicBezTo>
                <a:cubicBezTo>
                  <a:pt x="1667289" y="4707613"/>
                  <a:pt x="1476405" y="4769650"/>
                  <a:pt x="1269543" y="4765135"/>
                </a:cubicBezTo>
                <a:cubicBezTo>
                  <a:pt x="1048097" y="4760296"/>
                  <a:pt x="852951" y="4689830"/>
                  <a:pt x="686728" y="4542355"/>
                </a:cubicBezTo>
                <a:cubicBezTo>
                  <a:pt x="635452" y="4496863"/>
                  <a:pt x="618493" y="4495444"/>
                  <a:pt x="563193" y="4536230"/>
                </a:cubicBezTo>
                <a:cubicBezTo>
                  <a:pt x="493070" y="4587941"/>
                  <a:pt x="429973" y="4649387"/>
                  <a:pt x="349859" y="4687192"/>
                </a:cubicBezTo>
                <a:cubicBezTo>
                  <a:pt x="294121" y="4713500"/>
                  <a:pt x="236257" y="4727616"/>
                  <a:pt x="174618" y="4720082"/>
                </a:cubicBezTo>
                <a:cubicBezTo>
                  <a:pt x="19634" y="4701117"/>
                  <a:pt x="-45732" y="4565739"/>
                  <a:pt x="34315" y="4430398"/>
                </a:cubicBezTo>
                <a:cubicBezTo>
                  <a:pt x="97345" y="4323823"/>
                  <a:pt x="196219" y="4262167"/>
                  <a:pt x="307114" y="4217638"/>
                </a:cubicBezTo>
                <a:cubicBezTo>
                  <a:pt x="356980" y="4197616"/>
                  <a:pt x="409582" y="4184110"/>
                  <a:pt x="461421" y="4169327"/>
                </a:cubicBezTo>
                <a:cubicBezTo>
                  <a:pt x="481631" y="4163564"/>
                  <a:pt x="496235" y="4156868"/>
                  <a:pt x="497160" y="4132580"/>
                </a:cubicBezTo>
                <a:cubicBezTo>
                  <a:pt x="506225" y="3895645"/>
                  <a:pt x="726699" y="3718975"/>
                  <a:pt x="943322" y="3665616"/>
                </a:cubicBezTo>
                <a:cubicBezTo>
                  <a:pt x="1066772" y="3635213"/>
                  <a:pt x="1191994" y="3642223"/>
                  <a:pt x="1317484" y="3650605"/>
                </a:cubicBezTo>
                <a:cubicBezTo>
                  <a:pt x="1399418" y="3656082"/>
                  <a:pt x="1480628" y="3669255"/>
                  <a:pt x="1564163" y="3656558"/>
                </a:cubicBezTo>
                <a:cubicBezTo>
                  <a:pt x="1713666" y="3633813"/>
                  <a:pt x="1814237" y="3524637"/>
                  <a:pt x="1823626" y="3373313"/>
                </a:cubicBezTo>
                <a:cubicBezTo>
                  <a:pt x="1830652" y="3259928"/>
                  <a:pt x="1784780" y="3163068"/>
                  <a:pt x="1741721" y="3064208"/>
                </a:cubicBezTo>
                <a:cubicBezTo>
                  <a:pt x="1725916" y="3027908"/>
                  <a:pt x="1711397" y="2991046"/>
                  <a:pt x="1696354" y="2954413"/>
                </a:cubicBezTo>
                <a:cubicBezTo>
                  <a:pt x="1633104" y="2800318"/>
                  <a:pt x="1669014" y="2656528"/>
                  <a:pt x="1739833" y="2515225"/>
                </a:cubicBezTo>
                <a:cubicBezTo>
                  <a:pt x="1803798" y="2387590"/>
                  <a:pt x="1892081" y="2273271"/>
                  <a:pt x="1943758" y="2138959"/>
                </a:cubicBezTo>
                <a:cubicBezTo>
                  <a:pt x="1982299" y="2038813"/>
                  <a:pt x="1994578" y="1936734"/>
                  <a:pt x="1974340" y="1830825"/>
                </a:cubicBezTo>
                <a:cubicBezTo>
                  <a:pt x="1960889" y="1760464"/>
                  <a:pt x="1952128" y="1753930"/>
                  <a:pt x="1880404" y="1765846"/>
                </a:cubicBezTo>
                <a:cubicBezTo>
                  <a:pt x="1759881" y="1785877"/>
                  <a:pt x="1639301" y="1805508"/>
                  <a:pt x="1518721" y="1825186"/>
                </a:cubicBezTo>
                <a:cubicBezTo>
                  <a:pt x="1471638" y="1832873"/>
                  <a:pt x="1445280" y="1815814"/>
                  <a:pt x="1434556" y="1771132"/>
                </a:cubicBezTo>
                <a:cubicBezTo>
                  <a:pt x="1424108" y="1727565"/>
                  <a:pt x="1441352" y="1696351"/>
                  <a:pt x="1487120" y="1685359"/>
                </a:cubicBezTo>
                <a:cubicBezTo>
                  <a:pt x="1562629" y="1667214"/>
                  <a:pt x="1638843" y="1652012"/>
                  <a:pt x="1717441" y="1634991"/>
                </a:cubicBezTo>
                <a:cubicBezTo>
                  <a:pt x="1685430" y="1579070"/>
                  <a:pt x="1728642" y="1558010"/>
                  <a:pt x="1769938" y="1525806"/>
                </a:cubicBezTo>
                <a:cubicBezTo>
                  <a:pt x="1678090" y="1548056"/>
                  <a:pt x="1596175" y="1568373"/>
                  <a:pt x="1514021" y="1587671"/>
                </a:cubicBezTo>
                <a:cubicBezTo>
                  <a:pt x="1450638" y="1602558"/>
                  <a:pt x="1422964" y="1590948"/>
                  <a:pt x="1404384" y="1543837"/>
                </a:cubicBezTo>
                <a:cubicBezTo>
                  <a:pt x="1385891" y="1496955"/>
                  <a:pt x="1405023" y="1459826"/>
                  <a:pt x="1454079" y="1445015"/>
                </a:cubicBezTo>
                <a:cubicBezTo>
                  <a:pt x="1845924" y="1326724"/>
                  <a:pt x="2237654" y="1208071"/>
                  <a:pt x="2629508" y="1089809"/>
                </a:cubicBezTo>
                <a:cubicBezTo>
                  <a:pt x="3042592" y="965126"/>
                  <a:pt x="3455752" y="840682"/>
                  <a:pt x="3868922" y="716258"/>
                </a:cubicBezTo>
                <a:cubicBezTo>
                  <a:pt x="4216773" y="611507"/>
                  <a:pt x="4564529" y="506433"/>
                  <a:pt x="4912609" y="402448"/>
                </a:cubicBezTo>
                <a:cubicBezTo>
                  <a:pt x="5205961" y="314811"/>
                  <a:pt x="5499771" y="228698"/>
                  <a:pt x="5793285" y="141587"/>
                </a:cubicBezTo>
                <a:cubicBezTo>
                  <a:pt x="5943845" y="96905"/>
                  <a:pt x="6095102" y="54285"/>
                  <a:pt x="6244147" y="4979"/>
                </a:cubicBezTo>
                <a:cubicBezTo>
                  <a:pt x="6298245" y="-12921"/>
                  <a:pt x="6323012" y="21338"/>
                  <a:pt x="6359694" y="46068"/>
                </a:cubicBezTo>
                <a:cubicBezTo>
                  <a:pt x="6362792" y="148897"/>
                  <a:pt x="6362792" y="250695"/>
                  <a:pt x="6359132" y="357820"/>
                </a:cubicBezTo>
                <a:cubicBezTo>
                  <a:pt x="6283184" y="381425"/>
                  <a:pt x="6210849" y="399481"/>
                  <a:pt x="6138629" y="418018"/>
                </a:cubicBezTo>
                <a:cubicBezTo>
                  <a:pt x="5694649" y="531977"/>
                  <a:pt x="5250860" y="646687"/>
                  <a:pt x="4806690" y="759896"/>
                </a:cubicBezTo>
                <a:cubicBezTo>
                  <a:pt x="4353311" y="875449"/>
                  <a:pt x="3899617" y="989720"/>
                  <a:pt x="3445981" y="1104258"/>
                </a:cubicBezTo>
                <a:cubicBezTo>
                  <a:pt x="3144488" y="1180382"/>
                  <a:pt x="2842900" y="1256115"/>
                  <a:pt x="2541292" y="1331782"/>
                </a:cubicBezTo>
                <a:cubicBezTo>
                  <a:pt x="2407700" y="1365300"/>
                  <a:pt x="2272087" y="1390761"/>
                  <a:pt x="2129257" y="1433890"/>
                </a:cubicBezTo>
                <a:cubicBezTo>
                  <a:pt x="2211630" y="1441729"/>
                  <a:pt x="2273250" y="1470952"/>
                  <a:pt x="2325413" y="1519948"/>
                </a:cubicBezTo>
                <a:cubicBezTo>
                  <a:pt x="2460235" y="1646612"/>
                  <a:pt x="2504639" y="1804288"/>
                  <a:pt x="2479605" y="1983216"/>
                </a:cubicBezTo>
                <a:cubicBezTo>
                  <a:pt x="2460721" y="2118233"/>
                  <a:pt x="2409626" y="2244124"/>
                  <a:pt x="2347758" y="2363844"/>
                </a:cubicBezTo>
                <a:cubicBezTo>
                  <a:pt x="2235700" y="2580681"/>
                  <a:pt x="2211096" y="2798013"/>
                  <a:pt x="2291448" y="3033633"/>
                </a:cubicBezTo>
                <a:cubicBezTo>
                  <a:pt x="2368330" y="3259108"/>
                  <a:pt x="2345956" y="3481536"/>
                  <a:pt x="2208608" y="3684295"/>
                </a:cubicBezTo>
                <a:cubicBezTo>
                  <a:pt x="2131564" y="3798024"/>
                  <a:pt x="2047056" y="3904808"/>
                  <a:pt x="1922663" y="3971493"/>
                </a:cubicBezTo>
                <a:cubicBezTo>
                  <a:pt x="1908058" y="3979322"/>
                  <a:pt x="1890461" y="3992410"/>
                  <a:pt x="1875247" y="3974464"/>
                </a:cubicBezTo>
                <a:cubicBezTo>
                  <a:pt x="1862225" y="3959091"/>
                  <a:pt x="1867878" y="3940441"/>
                  <a:pt x="1878240" y="3925735"/>
                </a:cubicBezTo>
                <a:cubicBezTo>
                  <a:pt x="1905637" y="3886854"/>
                  <a:pt x="1933683" y="3848373"/>
                  <a:pt x="1962872" y="3810806"/>
                </a:cubicBezTo>
                <a:cubicBezTo>
                  <a:pt x="2035216" y="3717699"/>
                  <a:pt x="2102775" y="3621087"/>
                  <a:pt x="2143880" y="3510083"/>
                </a:cubicBezTo>
                <a:cubicBezTo>
                  <a:pt x="2201210" y="3355263"/>
                  <a:pt x="2184843" y="3200492"/>
                  <a:pt x="2125692" y="3050006"/>
                </a:cubicBezTo>
                <a:cubicBezTo>
                  <a:pt x="2048943" y="2854791"/>
                  <a:pt x="2033710" y="2658719"/>
                  <a:pt x="2110983" y="2460971"/>
                </a:cubicBezTo>
                <a:cubicBezTo>
                  <a:pt x="2150220" y="2360558"/>
                  <a:pt x="2196206" y="2262794"/>
                  <a:pt x="2237864" y="2163286"/>
                </a:cubicBezTo>
                <a:cubicBezTo>
                  <a:pt x="2284079" y="2052900"/>
                  <a:pt x="2324984" y="1940448"/>
                  <a:pt x="2308054" y="1817862"/>
                </a:cubicBezTo>
                <a:cubicBezTo>
                  <a:pt x="2293802" y="1714706"/>
                  <a:pt x="2250914" y="1626514"/>
                  <a:pt x="2156416" y="1571774"/>
                </a:cubicBezTo>
                <a:cubicBezTo>
                  <a:pt x="2102784" y="1540703"/>
                  <a:pt x="2052928" y="1546247"/>
                  <a:pt x="2013910" y="1587433"/>
                </a:cubicBezTo>
                <a:cubicBezTo>
                  <a:pt x="2043271" y="1627886"/>
                  <a:pt x="2076150" y="1666328"/>
                  <a:pt x="2096064" y="1713820"/>
                </a:cubicBezTo>
                <a:cubicBezTo>
                  <a:pt x="2180724" y="1915750"/>
                  <a:pt x="2156921" y="2111203"/>
                  <a:pt x="2059467" y="2300713"/>
                </a:cubicBezTo>
                <a:cubicBezTo>
                  <a:pt x="2006541" y="2403630"/>
                  <a:pt x="1945989" y="2502595"/>
                  <a:pt x="1891128" y="2604560"/>
                </a:cubicBezTo>
                <a:cubicBezTo>
                  <a:pt x="1836582" y="2705963"/>
                  <a:pt x="1828097" y="2812538"/>
                  <a:pt x="1863607" y="2922381"/>
                </a:cubicBezTo>
                <a:cubicBezTo>
                  <a:pt x="1889956" y="3003886"/>
                  <a:pt x="1929459" y="3080515"/>
                  <a:pt x="1952052" y="3163468"/>
                </a:cubicBezTo>
                <a:cubicBezTo>
                  <a:pt x="1993129" y="3314230"/>
                  <a:pt x="1983663" y="3460953"/>
                  <a:pt x="1901433" y="3594855"/>
                </a:cubicBezTo>
                <a:cubicBezTo>
                  <a:pt x="1791139" y="3774459"/>
                  <a:pt x="1614754" y="3818236"/>
                  <a:pt x="1418693" y="3808930"/>
                </a:cubicBezTo>
                <a:cubicBezTo>
                  <a:pt x="1304719" y="3803519"/>
                  <a:pt x="1190974" y="3789480"/>
                  <a:pt x="1076800" y="3802567"/>
                </a:cubicBezTo>
                <a:cubicBezTo>
                  <a:pt x="933599" y="3818988"/>
                  <a:pt x="805783" y="3868299"/>
                  <a:pt x="708949" y="3980484"/>
                </a:cubicBezTo>
                <a:cubicBezTo>
                  <a:pt x="671295" y="4024118"/>
                  <a:pt x="649274" y="4075153"/>
                  <a:pt x="634460" y="4132599"/>
                </a:cubicBezTo>
                <a:cubicBezTo>
                  <a:pt x="684479" y="4132599"/>
                  <a:pt x="726757" y="4131332"/>
                  <a:pt x="768911" y="4133037"/>
                </a:cubicBezTo>
                <a:cubicBezTo>
                  <a:pt x="797442" y="4134189"/>
                  <a:pt x="812123" y="4123512"/>
                  <a:pt x="819797" y="4095680"/>
                </a:cubicBezTo>
                <a:cubicBezTo>
                  <a:pt x="842294" y="4014089"/>
                  <a:pt x="891655" y="3951557"/>
                  <a:pt x="962731" y="3906351"/>
                </a:cubicBezTo>
                <a:cubicBezTo>
                  <a:pt x="1053349" y="3848706"/>
                  <a:pt x="1153539" y="3821236"/>
                  <a:pt x="1260153" y="3817578"/>
                </a:cubicBezTo>
                <a:cubicBezTo>
                  <a:pt x="1444193" y="3811263"/>
                  <a:pt x="1615145" y="3862841"/>
                  <a:pt x="1777755" y="3943089"/>
                </a:cubicBezTo>
                <a:cubicBezTo>
                  <a:pt x="1950622" y="4028395"/>
                  <a:pt x="2099191" y="4141800"/>
                  <a:pt x="2181697" y="4323699"/>
                </a:cubicBezTo>
                <a:cubicBezTo>
                  <a:pt x="2192173" y="4346806"/>
                  <a:pt x="2206225" y="4352645"/>
                  <a:pt x="2230676" y="4347054"/>
                </a:cubicBezTo>
                <a:cubicBezTo>
                  <a:pt x="2264584" y="4339301"/>
                  <a:pt x="2299198" y="4332719"/>
                  <a:pt x="2333840" y="4330357"/>
                </a:cubicBezTo>
                <a:cubicBezTo>
                  <a:pt x="2463648" y="4321479"/>
                  <a:pt x="2563332" y="4258662"/>
                  <a:pt x="2637430" y="4156402"/>
                </a:cubicBezTo>
                <a:cubicBezTo>
                  <a:pt x="2786313" y="3950957"/>
                  <a:pt x="2781108" y="3730529"/>
                  <a:pt x="2689708" y="3505482"/>
                </a:cubicBezTo>
                <a:cubicBezTo>
                  <a:pt x="2644151" y="3393306"/>
                  <a:pt x="2573446" y="3294418"/>
                  <a:pt x="2513132" y="3190052"/>
                </a:cubicBezTo>
                <a:cubicBezTo>
                  <a:pt x="2447080" y="3075752"/>
                  <a:pt x="2387147" y="2959528"/>
                  <a:pt x="2374144" y="2824140"/>
                </a:cubicBezTo>
                <a:cubicBezTo>
                  <a:pt x="2358520" y="2661462"/>
                  <a:pt x="2407652" y="2514511"/>
                  <a:pt x="2472761" y="2369902"/>
                </a:cubicBezTo>
                <a:cubicBezTo>
                  <a:pt x="2531950" y="2238457"/>
                  <a:pt x="2599995" y="2110851"/>
                  <a:pt x="2636448" y="1969728"/>
                </a:cubicBezTo>
                <a:cubicBezTo>
                  <a:pt x="2695075" y="1742824"/>
                  <a:pt x="2590891" y="1518243"/>
                  <a:pt x="2373649" y="1477905"/>
                </a:cubicBezTo>
                <a:cubicBezTo>
                  <a:pt x="2353296" y="1474123"/>
                  <a:pt x="2330513" y="1466789"/>
                  <a:pt x="2330246" y="1441234"/>
                </a:cubicBezTo>
                <a:cubicBezTo>
                  <a:pt x="2329970" y="1415440"/>
                  <a:pt x="2350227" y="1403115"/>
                  <a:pt x="2372553" y="1395876"/>
                </a:cubicBezTo>
                <a:cubicBezTo>
                  <a:pt x="2439644" y="1374130"/>
                  <a:pt x="2507403" y="1378397"/>
                  <a:pt x="2565362" y="1415287"/>
                </a:cubicBezTo>
                <a:cubicBezTo>
                  <a:pt x="2612559" y="1445339"/>
                  <a:pt x="2655895" y="1446539"/>
                  <a:pt x="2704922" y="1431747"/>
                </a:cubicBezTo>
                <a:cubicBezTo>
                  <a:pt x="2723130" y="1426251"/>
                  <a:pt x="2741690" y="1421736"/>
                  <a:pt x="2760298" y="1417764"/>
                </a:cubicBezTo>
                <a:cubicBezTo>
                  <a:pt x="3158940" y="1332877"/>
                  <a:pt x="3557477" y="1247505"/>
                  <a:pt x="3956309" y="1163542"/>
                </a:cubicBezTo>
                <a:cubicBezTo>
                  <a:pt x="4319394" y="1087113"/>
                  <a:pt x="4682897" y="1012685"/>
                  <a:pt x="5046049" y="936571"/>
                </a:cubicBezTo>
                <a:cubicBezTo>
                  <a:pt x="5452574" y="851360"/>
                  <a:pt x="5859185" y="766636"/>
                  <a:pt x="6267273" y="689148"/>
                </a:cubicBezTo>
                <a:cubicBezTo>
                  <a:pt x="6304680" y="682047"/>
                  <a:pt x="6336396" y="684477"/>
                  <a:pt x="6362792" y="713847"/>
                </a:cubicBezTo>
                <a:cubicBezTo>
                  <a:pt x="6362792" y="818822"/>
                  <a:pt x="6362792" y="923797"/>
                  <a:pt x="6362792" y="1033230"/>
                </a:cubicBezTo>
                <a:moveTo>
                  <a:pt x="476760" y="4315564"/>
                </a:moveTo>
                <a:cubicBezTo>
                  <a:pt x="410202" y="4326280"/>
                  <a:pt x="348467" y="4351531"/>
                  <a:pt x="289078" y="4381754"/>
                </a:cubicBezTo>
                <a:cubicBezTo>
                  <a:pt x="226486" y="4413615"/>
                  <a:pt x="166992" y="4451076"/>
                  <a:pt x="133427" y="4516494"/>
                </a:cubicBezTo>
                <a:cubicBezTo>
                  <a:pt x="107078" y="4567843"/>
                  <a:pt x="129013" y="4603963"/>
                  <a:pt x="186324" y="4607515"/>
                </a:cubicBezTo>
                <a:cubicBezTo>
                  <a:pt x="225437" y="4609935"/>
                  <a:pt x="260833" y="4599343"/>
                  <a:pt x="296304" y="4583084"/>
                </a:cubicBezTo>
                <a:cubicBezTo>
                  <a:pt x="373424" y="4547736"/>
                  <a:pt x="425073" y="4481014"/>
                  <a:pt x="490086" y="4430893"/>
                </a:cubicBezTo>
                <a:cubicBezTo>
                  <a:pt x="599218" y="4346759"/>
                  <a:pt x="669112" y="4346521"/>
                  <a:pt x="775031" y="4432617"/>
                </a:cubicBezTo>
                <a:cubicBezTo>
                  <a:pt x="873857" y="4512961"/>
                  <a:pt x="982426" y="4574263"/>
                  <a:pt x="1108544" y="4596809"/>
                </a:cubicBezTo>
                <a:cubicBezTo>
                  <a:pt x="1304319" y="4631804"/>
                  <a:pt x="1493554" y="4600000"/>
                  <a:pt x="1677784" y="4530782"/>
                </a:cubicBezTo>
                <a:cubicBezTo>
                  <a:pt x="1685735" y="4527791"/>
                  <a:pt x="1697365" y="4527038"/>
                  <a:pt x="1698070" y="4511913"/>
                </a:cubicBezTo>
                <a:cubicBezTo>
                  <a:pt x="1692189" y="4508370"/>
                  <a:pt x="1686002" y="4503445"/>
                  <a:pt x="1678976" y="4500578"/>
                </a:cubicBezTo>
                <a:cubicBezTo>
                  <a:pt x="1467120" y="4414253"/>
                  <a:pt x="1250821" y="4342835"/>
                  <a:pt x="1023712" y="4308592"/>
                </a:cubicBezTo>
                <a:cubicBezTo>
                  <a:pt x="843790" y="4281455"/>
                  <a:pt x="663955" y="4274645"/>
                  <a:pt x="476760" y="4315564"/>
                </a:cubicBezTo>
                <a:moveTo>
                  <a:pt x="3679572" y="896308"/>
                </a:moveTo>
                <a:cubicBezTo>
                  <a:pt x="3497239" y="950639"/>
                  <a:pt x="3314915" y="1004970"/>
                  <a:pt x="3132582" y="1059310"/>
                </a:cubicBezTo>
                <a:cubicBezTo>
                  <a:pt x="3193916" y="1049585"/>
                  <a:pt x="3253276" y="1032849"/>
                  <a:pt x="3312989" y="1017476"/>
                </a:cubicBezTo>
                <a:cubicBezTo>
                  <a:pt x="3793670" y="893756"/>
                  <a:pt x="4274446" y="770383"/>
                  <a:pt x="4755156" y="646722"/>
                </a:cubicBezTo>
                <a:cubicBezTo>
                  <a:pt x="5020786" y="578386"/>
                  <a:pt x="5286217" y="509238"/>
                  <a:pt x="5551962" y="441312"/>
                </a:cubicBezTo>
                <a:cubicBezTo>
                  <a:pt x="5788566" y="380836"/>
                  <a:pt x="6025494" y="321656"/>
                  <a:pt x="6262174" y="261472"/>
                </a:cubicBezTo>
                <a:cubicBezTo>
                  <a:pt x="6278408" y="257344"/>
                  <a:pt x="6296958" y="254983"/>
                  <a:pt x="6301897" y="232982"/>
                </a:cubicBezTo>
                <a:cubicBezTo>
                  <a:pt x="6316434" y="168145"/>
                  <a:pt x="6273193" y="125660"/>
                  <a:pt x="6209076" y="144687"/>
                </a:cubicBezTo>
                <a:cubicBezTo>
                  <a:pt x="5997687" y="207416"/>
                  <a:pt x="5786726" y="271529"/>
                  <a:pt x="5575442" y="334592"/>
                </a:cubicBezTo>
                <a:cubicBezTo>
                  <a:pt x="5231947" y="437116"/>
                  <a:pt x="4888443" y="539580"/>
                  <a:pt x="4544739" y="641405"/>
                </a:cubicBezTo>
                <a:cubicBezTo>
                  <a:pt x="4258908" y="726086"/>
                  <a:pt x="3972801" y="809812"/>
                  <a:pt x="3679572" y="896308"/>
                </a:cubicBezTo>
                <a:moveTo>
                  <a:pt x="5377427" y="992597"/>
                </a:moveTo>
                <a:cubicBezTo>
                  <a:pt x="5108688" y="1047918"/>
                  <a:pt x="4839883" y="1102944"/>
                  <a:pt x="4571211" y="1158608"/>
                </a:cubicBezTo>
                <a:cubicBezTo>
                  <a:pt x="4148785" y="1246114"/>
                  <a:pt x="3726464" y="1334144"/>
                  <a:pt x="3304057" y="1421736"/>
                </a:cubicBezTo>
                <a:cubicBezTo>
                  <a:pt x="3230045" y="1437081"/>
                  <a:pt x="3155813" y="1451349"/>
                  <a:pt x="3081677" y="1466113"/>
                </a:cubicBezTo>
                <a:cubicBezTo>
                  <a:pt x="3121981" y="1468161"/>
                  <a:pt x="3160417" y="1460379"/>
                  <a:pt x="3199044" y="1453664"/>
                </a:cubicBezTo>
                <a:cubicBezTo>
                  <a:pt x="3485009" y="1403886"/>
                  <a:pt x="3770906" y="1353718"/>
                  <a:pt x="4057032" y="1304845"/>
                </a:cubicBezTo>
                <a:cubicBezTo>
                  <a:pt x="4364951" y="1252239"/>
                  <a:pt x="4673088" y="1200946"/>
                  <a:pt x="4981120" y="1148997"/>
                </a:cubicBezTo>
                <a:cubicBezTo>
                  <a:pt x="5243815" y="1104687"/>
                  <a:pt x="5506462" y="1060138"/>
                  <a:pt x="5769167" y="1015895"/>
                </a:cubicBezTo>
                <a:cubicBezTo>
                  <a:pt x="5936476" y="987720"/>
                  <a:pt x="6103834" y="959907"/>
                  <a:pt x="6271163" y="931875"/>
                </a:cubicBezTo>
                <a:cubicBezTo>
                  <a:pt x="6286463" y="929312"/>
                  <a:pt x="6305872" y="930998"/>
                  <a:pt x="6310075" y="911224"/>
                </a:cubicBezTo>
                <a:cubicBezTo>
                  <a:pt x="6316577" y="880716"/>
                  <a:pt x="6311534" y="850055"/>
                  <a:pt x="6294680" y="824242"/>
                </a:cubicBezTo>
                <a:cubicBezTo>
                  <a:pt x="6279504" y="800982"/>
                  <a:pt x="6254080" y="811202"/>
                  <a:pt x="6233260" y="815498"/>
                </a:cubicBezTo>
                <a:cubicBezTo>
                  <a:pt x="5950585" y="873810"/>
                  <a:pt x="5668052" y="932770"/>
                  <a:pt x="5377427" y="992597"/>
                </a:cubicBezTo>
                <a:moveTo>
                  <a:pt x="2437156" y="4631013"/>
                </a:moveTo>
                <a:cubicBezTo>
                  <a:pt x="2481970" y="4640967"/>
                  <a:pt x="2526373" y="4656302"/>
                  <a:pt x="2571692" y="4659779"/>
                </a:cubicBezTo>
                <a:cubicBezTo>
                  <a:pt x="2670928" y="4667389"/>
                  <a:pt x="2771642" y="4679524"/>
                  <a:pt x="2867733" y="4639938"/>
                </a:cubicBezTo>
                <a:cubicBezTo>
                  <a:pt x="2984948" y="4591637"/>
                  <a:pt x="2999676" y="4495073"/>
                  <a:pt x="2904138" y="4411957"/>
                </a:cubicBezTo>
                <a:cubicBezTo>
                  <a:pt x="2855187" y="4369371"/>
                  <a:pt x="2791680" y="4353617"/>
                  <a:pt x="2738583" y="4320193"/>
                </a:cubicBezTo>
                <a:cubicBezTo>
                  <a:pt x="2702282" y="4297343"/>
                  <a:pt x="2679641" y="4304144"/>
                  <a:pt x="2651186" y="4326690"/>
                </a:cubicBezTo>
                <a:cubicBezTo>
                  <a:pt x="2584914" y="4379201"/>
                  <a:pt x="2515277" y="4425312"/>
                  <a:pt x="2429444" y="4440685"/>
                </a:cubicBezTo>
                <a:cubicBezTo>
                  <a:pt x="2349826" y="4454944"/>
                  <a:pt x="2271467" y="4474946"/>
                  <a:pt x="2194070" y="4498416"/>
                </a:cubicBezTo>
                <a:cubicBezTo>
                  <a:pt x="2177111" y="4503559"/>
                  <a:pt x="2156235" y="4504217"/>
                  <a:pt x="2146530" y="4529553"/>
                </a:cubicBezTo>
                <a:cubicBezTo>
                  <a:pt x="2241067" y="4566053"/>
                  <a:pt x="2331762" y="4607258"/>
                  <a:pt x="2437156" y="4631013"/>
                </a:cubicBezTo>
                <a:moveTo>
                  <a:pt x="1362231" y="4217924"/>
                </a:moveTo>
                <a:cubicBezTo>
                  <a:pt x="1531437" y="4267168"/>
                  <a:pt x="1699252" y="4323794"/>
                  <a:pt x="1853045" y="4408424"/>
                </a:cubicBezTo>
                <a:cubicBezTo>
                  <a:pt x="1957257" y="4465774"/>
                  <a:pt x="2023386" y="4394936"/>
                  <a:pt x="2114538" y="4377229"/>
                </a:cubicBezTo>
                <a:cubicBezTo>
                  <a:pt x="2035187" y="4255062"/>
                  <a:pt x="1931747" y="4178071"/>
                  <a:pt x="1821339" y="4108729"/>
                </a:cubicBezTo>
                <a:cubicBezTo>
                  <a:pt x="1809213" y="4101109"/>
                  <a:pt x="1798565" y="4102909"/>
                  <a:pt x="1787392" y="4113520"/>
                </a:cubicBezTo>
                <a:cubicBezTo>
                  <a:pt x="1716411" y="4180919"/>
                  <a:pt x="1630340" y="4190006"/>
                  <a:pt x="1539283" y="4173728"/>
                </a:cubicBezTo>
                <a:cubicBezTo>
                  <a:pt x="1462649" y="4160021"/>
                  <a:pt x="1386044" y="4149620"/>
                  <a:pt x="1307941" y="4154525"/>
                </a:cubicBezTo>
                <a:cubicBezTo>
                  <a:pt x="1281107" y="4156221"/>
                  <a:pt x="1256026" y="4161040"/>
                  <a:pt x="1228753" y="4185310"/>
                </a:cubicBezTo>
                <a:cubicBezTo>
                  <a:pt x="1275606" y="4196921"/>
                  <a:pt x="1315062" y="4206713"/>
                  <a:pt x="1362231" y="4217924"/>
                </a:cubicBezTo>
                <a:moveTo>
                  <a:pt x="1406739" y="4020013"/>
                </a:moveTo>
                <a:cubicBezTo>
                  <a:pt x="1493974" y="4027566"/>
                  <a:pt x="1579769" y="4055703"/>
                  <a:pt x="1669396" y="4042216"/>
                </a:cubicBezTo>
                <a:cubicBezTo>
                  <a:pt x="1667709" y="4028691"/>
                  <a:pt x="1659262" y="4026814"/>
                  <a:pt x="1652542" y="4023947"/>
                </a:cubicBezTo>
                <a:cubicBezTo>
                  <a:pt x="1563010" y="3985704"/>
                  <a:pt x="1469427" y="3959996"/>
                  <a:pt x="1373374" y="3947699"/>
                </a:cubicBezTo>
                <a:cubicBezTo>
                  <a:pt x="1263881" y="3933688"/>
                  <a:pt x="1154159" y="3935583"/>
                  <a:pt x="1051004" y="3983561"/>
                </a:cubicBezTo>
                <a:cubicBezTo>
                  <a:pt x="986858" y="4013393"/>
                  <a:pt x="932760" y="4054627"/>
                  <a:pt x="900043" y="4130274"/>
                </a:cubicBezTo>
                <a:cubicBezTo>
                  <a:pt x="964161" y="4146391"/>
                  <a:pt x="1023750" y="4148820"/>
                  <a:pt x="1082596" y="4154792"/>
                </a:cubicBezTo>
                <a:cubicBezTo>
                  <a:pt x="1088001" y="4155335"/>
                  <a:pt x="1095980" y="4146734"/>
                  <a:pt x="1100194" y="4140609"/>
                </a:cubicBezTo>
                <a:cubicBezTo>
                  <a:pt x="1172948" y="4034929"/>
                  <a:pt x="1280020" y="4013841"/>
                  <a:pt x="1406739" y="4020013"/>
                </a:cubicBezTo>
                <a:moveTo>
                  <a:pt x="1977314" y="1471361"/>
                </a:moveTo>
                <a:cubicBezTo>
                  <a:pt x="1930117" y="1483620"/>
                  <a:pt x="1882920" y="1495878"/>
                  <a:pt x="1835724" y="1508137"/>
                </a:cubicBezTo>
                <a:cubicBezTo>
                  <a:pt x="1889612" y="1502917"/>
                  <a:pt x="1930489" y="1539503"/>
                  <a:pt x="1980078" y="1555210"/>
                </a:cubicBezTo>
                <a:cubicBezTo>
                  <a:pt x="1983977" y="1502927"/>
                  <a:pt x="2018906" y="1477400"/>
                  <a:pt x="2065931" y="1448311"/>
                </a:cubicBezTo>
                <a:cubicBezTo>
                  <a:pt x="2030545" y="1457559"/>
                  <a:pt x="2007647" y="1463551"/>
                  <a:pt x="1977314" y="1471361"/>
                </a:cubicBezTo>
                <a:close/>
              </a:path>
            </a:pathLst>
          </a:custGeom>
          <a:solidFill>
            <a:srgbClr val="000000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3F097244-CA0A-5C7E-43D8-3778F1C0458E}"/>
              </a:ext>
            </a:extLst>
          </p:cNvPr>
          <p:cNvSpPr/>
          <p:nvPr/>
        </p:nvSpPr>
        <p:spPr>
          <a:xfrm flipH="1">
            <a:off x="-982024" y="7335649"/>
            <a:ext cx="7431243" cy="4511394"/>
          </a:xfrm>
          <a:custGeom>
            <a:avLst/>
            <a:gdLst>
              <a:gd name="connsiteX0" fmla="*/ 5369741 w 7431243"/>
              <a:gd name="connsiteY0" fmla="*/ 4179474 h 4511394"/>
              <a:gd name="connsiteX1" fmla="*/ 4736288 w 7431243"/>
              <a:gd name="connsiteY1" fmla="*/ 4416780 h 4511394"/>
              <a:gd name="connsiteX2" fmla="*/ 3714794 w 7431243"/>
              <a:gd name="connsiteY2" fmla="*/ 4508887 h 4511394"/>
              <a:gd name="connsiteX3" fmla="*/ 2697179 w 7431243"/>
              <a:gd name="connsiteY3" fmla="*/ 4377032 h 4511394"/>
              <a:gd name="connsiteX4" fmla="*/ 2246603 w 7431243"/>
              <a:gd name="connsiteY4" fmla="*/ 4225851 h 4511394"/>
              <a:gd name="connsiteX5" fmla="*/ 1935034 w 7431243"/>
              <a:gd name="connsiteY5" fmla="*/ 3759517 h 4511394"/>
              <a:gd name="connsiteX6" fmla="*/ 1843767 w 7431243"/>
              <a:gd name="connsiteY6" fmla="*/ 3617680 h 4511394"/>
              <a:gd name="connsiteX7" fmla="*/ 839165 w 7431243"/>
              <a:gd name="connsiteY7" fmla="*/ 2866358 h 4511394"/>
              <a:gd name="connsiteX8" fmla="*/ 225137 w 7431243"/>
              <a:gd name="connsiteY8" fmla="*/ 1864842 h 4511394"/>
              <a:gd name="connsiteX9" fmla="*/ 22178 w 7431243"/>
              <a:gd name="connsiteY9" fmla="*/ 1172784 h 4511394"/>
              <a:gd name="connsiteX10" fmla="*/ 2274 w 7431243"/>
              <a:gd name="connsiteY10" fmla="*/ 917866 h 4511394"/>
              <a:gd name="connsiteX11" fmla="*/ 96321 w 7431243"/>
              <a:gd name="connsiteY11" fmla="*/ 719223 h 4511394"/>
              <a:gd name="connsiteX12" fmla="*/ 485715 w 7431243"/>
              <a:gd name="connsiteY12" fmla="*/ 459847 h 4511394"/>
              <a:gd name="connsiteX13" fmla="*/ 1516678 w 7431243"/>
              <a:gd name="connsiteY13" fmla="*/ 162543 h 4511394"/>
              <a:gd name="connsiteX14" fmla="*/ 2113792 w 7431243"/>
              <a:gd name="connsiteY14" fmla="*/ 71865 h 4511394"/>
              <a:gd name="connsiteX15" fmla="*/ 2549803 w 7431243"/>
              <a:gd name="connsiteY15" fmla="*/ 31975 h 4511394"/>
              <a:gd name="connsiteX16" fmla="*/ 2863383 w 7431243"/>
              <a:gd name="connsiteY16" fmla="*/ 12734 h 4511394"/>
              <a:gd name="connsiteX17" fmla="*/ 2948425 w 7431243"/>
              <a:gd name="connsiteY17" fmla="*/ 127872 h 4511394"/>
              <a:gd name="connsiteX18" fmla="*/ 2893926 w 7431243"/>
              <a:gd name="connsiteY18" fmla="*/ 171897 h 4511394"/>
              <a:gd name="connsiteX19" fmla="*/ 2600584 w 7431243"/>
              <a:gd name="connsiteY19" fmla="*/ 204110 h 4511394"/>
              <a:gd name="connsiteX20" fmla="*/ 1990915 w 7431243"/>
              <a:gd name="connsiteY20" fmla="*/ 275443 h 4511394"/>
              <a:gd name="connsiteX21" fmla="*/ 1075949 w 7431243"/>
              <a:gd name="connsiteY21" fmla="*/ 454542 h 4511394"/>
              <a:gd name="connsiteX22" fmla="*/ 358576 w 7431243"/>
              <a:gd name="connsiteY22" fmla="*/ 730586 h 4511394"/>
              <a:gd name="connsiteX23" fmla="*/ 199055 w 7431243"/>
              <a:gd name="connsiteY23" fmla="*/ 877852 h 4511394"/>
              <a:gd name="connsiteX24" fmla="*/ 197684 w 7431243"/>
              <a:gd name="connsiteY24" fmla="*/ 1029823 h 4511394"/>
              <a:gd name="connsiteX25" fmla="*/ 243946 w 7431243"/>
              <a:gd name="connsiteY25" fmla="*/ 1090040 h 4511394"/>
              <a:gd name="connsiteX26" fmla="*/ 517708 w 7431243"/>
              <a:gd name="connsiteY26" fmla="*/ 1257995 h 4511394"/>
              <a:gd name="connsiteX27" fmla="*/ 778043 w 7431243"/>
              <a:gd name="connsiteY27" fmla="*/ 950128 h 4511394"/>
              <a:gd name="connsiteX28" fmla="*/ 1414620 w 7431243"/>
              <a:gd name="connsiteY28" fmla="*/ 708212 h 4511394"/>
              <a:gd name="connsiteX29" fmla="*/ 1755255 w 7431243"/>
              <a:gd name="connsiteY29" fmla="*/ 684618 h 4511394"/>
              <a:gd name="connsiteX30" fmla="*/ 1802900 w 7431243"/>
              <a:gd name="connsiteY30" fmla="*/ 705964 h 4511394"/>
              <a:gd name="connsiteX31" fmla="*/ 1761223 w 7431243"/>
              <a:gd name="connsiteY31" fmla="*/ 743654 h 4511394"/>
              <a:gd name="connsiteX32" fmla="*/ 1438967 w 7431243"/>
              <a:gd name="connsiteY32" fmla="*/ 845038 h 4511394"/>
              <a:gd name="connsiteX33" fmla="*/ 821176 w 7431243"/>
              <a:gd name="connsiteY33" fmla="*/ 1124283 h 4511394"/>
              <a:gd name="connsiteX34" fmla="*/ 694046 w 7431243"/>
              <a:gd name="connsiteY34" fmla="*/ 1257204 h 4511394"/>
              <a:gd name="connsiteX35" fmla="*/ 730783 w 7431243"/>
              <a:gd name="connsiteY35" fmla="*/ 1343758 h 4511394"/>
              <a:gd name="connsiteX36" fmla="*/ 1511283 w 7431243"/>
              <a:gd name="connsiteY36" fmla="*/ 1535686 h 4511394"/>
              <a:gd name="connsiteX37" fmla="*/ 2061496 w 7431243"/>
              <a:gd name="connsiteY37" fmla="*/ 1620678 h 4511394"/>
              <a:gd name="connsiteX38" fmla="*/ 2738590 w 7431243"/>
              <a:gd name="connsiteY38" fmla="*/ 1688306 h 4511394"/>
              <a:gd name="connsiteX39" fmla="*/ 3975963 w 7431243"/>
              <a:gd name="connsiteY39" fmla="*/ 1725367 h 4511394"/>
              <a:gd name="connsiteX40" fmla="*/ 5055083 w 7431243"/>
              <a:gd name="connsiteY40" fmla="*/ 1670056 h 4511394"/>
              <a:gd name="connsiteX41" fmla="*/ 5851223 w 7431243"/>
              <a:gd name="connsiteY41" fmla="*/ 1559480 h 4511394"/>
              <a:gd name="connsiteX42" fmla="*/ 6379901 w 7431243"/>
              <a:gd name="connsiteY42" fmla="*/ 1421034 h 4511394"/>
              <a:gd name="connsiteX43" fmla="*/ 6575075 w 7431243"/>
              <a:gd name="connsiteY43" fmla="*/ 1313487 h 4511394"/>
              <a:gd name="connsiteX44" fmla="*/ 6580328 w 7431243"/>
              <a:gd name="connsiteY44" fmla="*/ 1194158 h 4511394"/>
              <a:gd name="connsiteX45" fmla="*/ 6310340 w 7431243"/>
              <a:gd name="connsiteY45" fmla="*/ 1008821 h 4511394"/>
              <a:gd name="connsiteX46" fmla="*/ 6100838 w 7431243"/>
              <a:gd name="connsiteY46" fmla="*/ 895578 h 4511394"/>
              <a:gd name="connsiteX47" fmla="*/ 6015158 w 7431243"/>
              <a:gd name="connsiteY47" fmla="*/ 815016 h 4511394"/>
              <a:gd name="connsiteX48" fmla="*/ 6010944 w 7431243"/>
              <a:gd name="connsiteY48" fmla="*/ 779954 h 4511394"/>
              <a:gd name="connsiteX49" fmla="*/ 6042040 w 7431243"/>
              <a:gd name="connsiteY49" fmla="*/ 774134 h 4511394"/>
              <a:gd name="connsiteX50" fmla="*/ 6657839 w 7431243"/>
              <a:gd name="connsiteY50" fmla="*/ 1049788 h 4511394"/>
              <a:gd name="connsiteX51" fmla="*/ 6769839 w 7431243"/>
              <a:gd name="connsiteY51" fmla="*/ 1303791 h 4511394"/>
              <a:gd name="connsiteX52" fmla="*/ 6915710 w 7431243"/>
              <a:gd name="connsiteY52" fmla="*/ 1244802 h 4511394"/>
              <a:gd name="connsiteX53" fmla="*/ 7182551 w 7431243"/>
              <a:gd name="connsiteY53" fmla="*/ 1050226 h 4511394"/>
              <a:gd name="connsiteX54" fmla="*/ 7179101 w 7431243"/>
              <a:gd name="connsiteY54" fmla="*/ 861650 h 4511394"/>
              <a:gd name="connsiteX55" fmla="*/ 6891048 w 7431243"/>
              <a:gd name="connsiteY55" fmla="*/ 664197 h 4511394"/>
              <a:gd name="connsiteX56" fmla="*/ 6141133 w 7431243"/>
              <a:gd name="connsiteY56" fmla="*/ 419690 h 4511394"/>
              <a:gd name="connsiteX57" fmla="*/ 5341381 w 7431243"/>
              <a:gd name="connsiteY57" fmla="*/ 272252 h 4511394"/>
              <a:gd name="connsiteX58" fmla="*/ 4337389 w 7431243"/>
              <a:gd name="connsiteY58" fmla="*/ 173754 h 4511394"/>
              <a:gd name="connsiteX59" fmla="*/ 4168926 w 7431243"/>
              <a:gd name="connsiteY59" fmla="*/ 58683 h 4511394"/>
              <a:gd name="connsiteX60" fmla="*/ 4151662 w 7431243"/>
              <a:gd name="connsiteY60" fmla="*/ 10924 h 4511394"/>
              <a:gd name="connsiteX61" fmla="*/ 4181356 w 7431243"/>
              <a:gd name="connsiteY61" fmla="*/ 390 h 4511394"/>
              <a:gd name="connsiteX62" fmla="*/ 5046675 w 7431243"/>
              <a:gd name="connsiteY62" fmla="*/ 41966 h 4511394"/>
              <a:gd name="connsiteX63" fmla="*/ 5712149 w 7431243"/>
              <a:gd name="connsiteY63" fmla="*/ 125615 h 4511394"/>
              <a:gd name="connsiteX64" fmla="*/ 6826178 w 7431243"/>
              <a:gd name="connsiteY64" fmla="*/ 409527 h 4511394"/>
              <a:gd name="connsiteX65" fmla="*/ 7292379 w 7431243"/>
              <a:gd name="connsiteY65" fmla="*/ 681170 h 4511394"/>
              <a:gd name="connsiteX66" fmla="*/ 7431242 w 7431243"/>
              <a:gd name="connsiteY66" fmla="*/ 963281 h 4511394"/>
              <a:gd name="connsiteX67" fmla="*/ 7387525 w 7431243"/>
              <a:gd name="connsiteY67" fmla="*/ 1273577 h 4511394"/>
              <a:gd name="connsiteX68" fmla="*/ 6783738 w 7431243"/>
              <a:gd name="connsiteY68" fmla="*/ 2636205 h 4511394"/>
              <a:gd name="connsiteX69" fmla="*/ 5642569 w 7431243"/>
              <a:gd name="connsiteY69" fmla="*/ 3590562 h 4511394"/>
              <a:gd name="connsiteX70" fmla="*/ 5594743 w 7431243"/>
              <a:gd name="connsiteY70" fmla="*/ 3666772 h 4511394"/>
              <a:gd name="connsiteX71" fmla="*/ 5576603 w 7431243"/>
              <a:gd name="connsiteY71" fmla="*/ 3917889 h 4511394"/>
              <a:gd name="connsiteX72" fmla="*/ 5369741 w 7431243"/>
              <a:gd name="connsiteY72" fmla="*/ 4179474 h 4511394"/>
              <a:gd name="connsiteX73" fmla="*/ 5430122 w 7431243"/>
              <a:gd name="connsiteY73" fmla="*/ 3843708 h 4511394"/>
              <a:gd name="connsiteX74" fmla="*/ 5463839 w 7431243"/>
              <a:gd name="connsiteY74" fmla="*/ 3622757 h 4511394"/>
              <a:gd name="connsiteX75" fmla="*/ 5532608 w 7431243"/>
              <a:gd name="connsiteY75" fmla="*/ 3514505 h 4511394"/>
              <a:gd name="connsiteX76" fmla="*/ 5788192 w 7431243"/>
              <a:gd name="connsiteY76" fmla="*/ 3339788 h 4511394"/>
              <a:gd name="connsiteX77" fmla="*/ 6491997 w 7431243"/>
              <a:gd name="connsiteY77" fmla="*/ 2695851 h 4511394"/>
              <a:gd name="connsiteX78" fmla="*/ 7106890 w 7431243"/>
              <a:gd name="connsiteY78" fmla="*/ 1505482 h 4511394"/>
              <a:gd name="connsiteX79" fmla="*/ 7153876 w 7431243"/>
              <a:gd name="connsiteY79" fmla="*/ 1357531 h 4511394"/>
              <a:gd name="connsiteX80" fmla="*/ 7119158 w 7431243"/>
              <a:gd name="connsiteY80" fmla="*/ 1367094 h 4511394"/>
              <a:gd name="connsiteX81" fmla="*/ 6518135 w 7431243"/>
              <a:gd name="connsiteY81" fmla="*/ 1616658 h 4511394"/>
              <a:gd name="connsiteX82" fmla="*/ 5219829 w 7431243"/>
              <a:gd name="connsiteY82" fmla="*/ 1861927 h 4511394"/>
              <a:gd name="connsiteX83" fmla="*/ 4083884 w 7431243"/>
              <a:gd name="connsiteY83" fmla="*/ 1928078 h 4511394"/>
              <a:gd name="connsiteX84" fmla="*/ 3207145 w 7431243"/>
              <a:gd name="connsiteY84" fmla="*/ 1917344 h 4511394"/>
              <a:gd name="connsiteX85" fmla="*/ 2494798 w 7431243"/>
              <a:gd name="connsiteY85" fmla="*/ 1866395 h 4511394"/>
              <a:gd name="connsiteX86" fmla="*/ 1885549 w 7431243"/>
              <a:gd name="connsiteY86" fmla="*/ 1791575 h 4511394"/>
              <a:gd name="connsiteX87" fmla="*/ 1087093 w 7431243"/>
              <a:gd name="connsiteY87" fmla="*/ 1635299 h 4511394"/>
              <a:gd name="connsiteX88" fmla="*/ 433599 w 7431243"/>
              <a:gd name="connsiteY88" fmla="*/ 1416490 h 4511394"/>
              <a:gd name="connsiteX89" fmla="*/ 192271 w 7431243"/>
              <a:gd name="connsiteY89" fmla="*/ 1273949 h 4511394"/>
              <a:gd name="connsiteX90" fmla="*/ 513245 w 7431243"/>
              <a:gd name="connsiteY90" fmla="*/ 2028710 h 4511394"/>
              <a:gd name="connsiteX91" fmla="*/ 1333048 w 7431243"/>
              <a:gd name="connsiteY91" fmla="*/ 3049542 h 4511394"/>
              <a:gd name="connsiteX92" fmla="*/ 2977023 w 7431243"/>
              <a:gd name="connsiteY92" fmla="*/ 3771176 h 4511394"/>
              <a:gd name="connsiteX93" fmla="*/ 3487027 w 7431243"/>
              <a:gd name="connsiteY93" fmla="*/ 3833307 h 4511394"/>
              <a:gd name="connsiteX94" fmla="*/ 4376712 w 7431243"/>
              <a:gd name="connsiteY94" fmla="*/ 3825058 h 4511394"/>
              <a:gd name="connsiteX95" fmla="*/ 5188313 w 7431243"/>
              <a:gd name="connsiteY95" fmla="*/ 3721122 h 4511394"/>
              <a:gd name="connsiteX96" fmla="*/ 5233537 w 7431243"/>
              <a:gd name="connsiteY96" fmla="*/ 3733399 h 4511394"/>
              <a:gd name="connsiteX97" fmla="*/ 5202174 w 7431243"/>
              <a:gd name="connsiteY97" fmla="*/ 3766794 h 4511394"/>
              <a:gd name="connsiteX98" fmla="*/ 4199993 w 7431243"/>
              <a:gd name="connsiteY98" fmla="*/ 4005043 h 4511394"/>
              <a:gd name="connsiteX99" fmla="*/ 3315666 w 7431243"/>
              <a:gd name="connsiteY99" fmla="*/ 4019273 h 4511394"/>
              <a:gd name="connsiteX100" fmla="*/ 2149683 w 7431243"/>
              <a:gd name="connsiteY100" fmla="*/ 3758355 h 4511394"/>
              <a:gd name="connsiteX101" fmla="*/ 2096366 w 7431243"/>
              <a:gd name="connsiteY101" fmla="*/ 3740705 h 4511394"/>
              <a:gd name="connsiteX102" fmla="*/ 2336307 w 7431243"/>
              <a:gd name="connsiteY102" fmla="*/ 4056078 h 4511394"/>
              <a:gd name="connsiteX103" fmla="*/ 2679496 w 7431243"/>
              <a:gd name="connsiteY103" fmla="*/ 4169873 h 4511394"/>
              <a:gd name="connsiteX104" fmla="*/ 3677854 w 7431243"/>
              <a:gd name="connsiteY104" fmla="*/ 4304919 h 4511394"/>
              <a:gd name="connsiteX105" fmla="*/ 4850119 w 7431243"/>
              <a:gd name="connsiteY105" fmla="*/ 4202763 h 4511394"/>
              <a:gd name="connsiteX106" fmla="*/ 5257540 w 7431243"/>
              <a:gd name="connsiteY106" fmla="*/ 4057878 h 4511394"/>
              <a:gd name="connsiteX107" fmla="*/ 5430122 w 7431243"/>
              <a:gd name="connsiteY107" fmla="*/ 3843708 h 45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7431243" h="4511394">
                <a:moveTo>
                  <a:pt x="5369741" y="4179474"/>
                </a:moveTo>
                <a:cubicBezTo>
                  <a:pt x="5171154" y="4298660"/>
                  <a:pt x="4957353" y="4367688"/>
                  <a:pt x="4736288" y="4416780"/>
                </a:cubicBezTo>
                <a:cubicBezTo>
                  <a:pt x="4399819" y="4491494"/>
                  <a:pt x="4058584" y="4520603"/>
                  <a:pt x="3714794" y="4508887"/>
                </a:cubicBezTo>
                <a:cubicBezTo>
                  <a:pt x="3371805" y="4497209"/>
                  <a:pt x="3031313" y="4458976"/>
                  <a:pt x="2697179" y="4377032"/>
                </a:cubicBezTo>
                <a:cubicBezTo>
                  <a:pt x="2542987" y="4339208"/>
                  <a:pt x="2392273" y="4291288"/>
                  <a:pt x="2246603" y="4225851"/>
                </a:cubicBezTo>
                <a:cubicBezTo>
                  <a:pt x="2043002" y="4134382"/>
                  <a:pt x="1930220" y="3984288"/>
                  <a:pt x="1935034" y="3759517"/>
                </a:cubicBezTo>
                <a:cubicBezTo>
                  <a:pt x="1936654" y="3683593"/>
                  <a:pt x="1908847" y="3649074"/>
                  <a:pt x="1843767" y="3617680"/>
                </a:cubicBezTo>
                <a:cubicBezTo>
                  <a:pt x="1460368" y="3432724"/>
                  <a:pt x="1125148" y="3181330"/>
                  <a:pt x="839165" y="2866358"/>
                </a:cubicBezTo>
                <a:cubicBezTo>
                  <a:pt x="571525" y="2571587"/>
                  <a:pt x="375519" y="2232221"/>
                  <a:pt x="225137" y="1864842"/>
                </a:cubicBezTo>
                <a:cubicBezTo>
                  <a:pt x="133475" y="1640919"/>
                  <a:pt x="63606" y="1410928"/>
                  <a:pt x="22178" y="1172784"/>
                </a:cubicBezTo>
                <a:cubicBezTo>
                  <a:pt x="7590" y="1088916"/>
                  <a:pt x="-5388" y="1004191"/>
                  <a:pt x="2274" y="917866"/>
                </a:cubicBezTo>
                <a:cubicBezTo>
                  <a:pt x="9233" y="839466"/>
                  <a:pt x="46779" y="776334"/>
                  <a:pt x="96321" y="719223"/>
                </a:cubicBezTo>
                <a:cubicBezTo>
                  <a:pt x="202128" y="597255"/>
                  <a:pt x="341647" y="523465"/>
                  <a:pt x="485715" y="459847"/>
                </a:cubicBezTo>
                <a:cubicBezTo>
                  <a:pt x="815606" y="314172"/>
                  <a:pt x="1163413" y="228990"/>
                  <a:pt x="1516678" y="162543"/>
                </a:cubicBezTo>
                <a:cubicBezTo>
                  <a:pt x="1714731" y="125281"/>
                  <a:pt x="1914147" y="97449"/>
                  <a:pt x="2113792" y="71865"/>
                </a:cubicBezTo>
                <a:cubicBezTo>
                  <a:pt x="2258462" y="53330"/>
                  <a:pt x="2404313" y="43614"/>
                  <a:pt x="2549803" y="31975"/>
                </a:cubicBezTo>
                <a:cubicBezTo>
                  <a:pt x="2654186" y="23631"/>
                  <a:pt x="2758751" y="16601"/>
                  <a:pt x="2863383" y="12734"/>
                </a:cubicBezTo>
                <a:cubicBezTo>
                  <a:pt x="2944278" y="9753"/>
                  <a:pt x="2971828" y="50758"/>
                  <a:pt x="2948425" y="127872"/>
                </a:cubicBezTo>
                <a:cubicBezTo>
                  <a:pt x="2939741" y="156514"/>
                  <a:pt x="2922325" y="168849"/>
                  <a:pt x="2893926" y="171897"/>
                </a:cubicBezTo>
                <a:cubicBezTo>
                  <a:pt x="2796110" y="182403"/>
                  <a:pt x="2698619" y="196995"/>
                  <a:pt x="2600584" y="204110"/>
                </a:cubicBezTo>
                <a:cubicBezTo>
                  <a:pt x="2396239" y="218950"/>
                  <a:pt x="2193467" y="246935"/>
                  <a:pt x="1990915" y="275443"/>
                </a:cubicBezTo>
                <a:cubicBezTo>
                  <a:pt x="1682882" y="318791"/>
                  <a:pt x="1376537" y="373436"/>
                  <a:pt x="1075949" y="454542"/>
                </a:cubicBezTo>
                <a:cubicBezTo>
                  <a:pt x="827563" y="521579"/>
                  <a:pt x="580758" y="594883"/>
                  <a:pt x="358576" y="730586"/>
                </a:cubicBezTo>
                <a:cubicBezTo>
                  <a:pt x="295820" y="768914"/>
                  <a:pt x="238869" y="814273"/>
                  <a:pt x="199055" y="877852"/>
                </a:cubicBezTo>
                <a:cubicBezTo>
                  <a:pt x="167457" y="928315"/>
                  <a:pt x="164877" y="978464"/>
                  <a:pt x="197684" y="1029823"/>
                </a:cubicBezTo>
                <a:cubicBezTo>
                  <a:pt x="211431" y="1051350"/>
                  <a:pt x="225576" y="1072171"/>
                  <a:pt x="243946" y="1090040"/>
                </a:cubicBezTo>
                <a:cubicBezTo>
                  <a:pt x="321478" y="1165450"/>
                  <a:pt x="416032" y="1212332"/>
                  <a:pt x="517708" y="1257995"/>
                </a:cubicBezTo>
                <a:cubicBezTo>
                  <a:pt x="559669" y="1113891"/>
                  <a:pt x="660855" y="1024956"/>
                  <a:pt x="778043" y="950128"/>
                </a:cubicBezTo>
                <a:cubicBezTo>
                  <a:pt x="973415" y="825379"/>
                  <a:pt x="1187378" y="748807"/>
                  <a:pt x="1414620" y="708212"/>
                </a:cubicBezTo>
                <a:cubicBezTo>
                  <a:pt x="1527126" y="688104"/>
                  <a:pt x="1640452" y="673093"/>
                  <a:pt x="1755255" y="684618"/>
                </a:cubicBezTo>
                <a:cubicBezTo>
                  <a:pt x="1772967" y="686399"/>
                  <a:pt x="1799182" y="681675"/>
                  <a:pt x="1802900" y="705964"/>
                </a:cubicBezTo>
                <a:cubicBezTo>
                  <a:pt x="1807028" y="732900"/>
                  <a:pt x="1778811" y="736472"/>
                  <a:pt x="1761223" y="743654"/>
                </a:cubicBezTo>
                <a:cubicBezTo>
                  <a:pt x="1656677" y="786383"/>
                  <a:pt x="1546592" y="811844"/>
                  <a:pt x="1438967" y="845038"/>
                </a:cubicBezTo>
                <a:cubicBezTo>
                  <a:pt x="1221353" y="912170"/>
                  <a:pt x="1008677" y="990647"/>
                  <a:pt x="821176" y="1124283"/>
                </a:cubicBezTo>
                <a:cubicBezTo>
                  <a:pt x="770478" y="1160421"/>
                  <a:pt x="722657" y="1200368"/>
                  <a:pt x="694046" y="1257204"/>
                </a:cubicBezTo>
                <a:cubicBezTo>
                  <a:pt x="667313" y="1310306"/>
                  <a:pt x="674010" y="1326203"/>
                  <a:pt x="730783" y="1343758"/>
                </a:cubicBezTo>
                <a:cubicBezTo>
                  <a:pt x="987152" y="1423044"/>
                  <a:pt x="1247435" y="1486032"/>
                  <a:pt x="1511283" y="1535686"/>
                </a:cubicBezTo>
                <a:cubicBezTo>
                  <a:pt x="1693874" y="1570043"/>
                  <a:pt x="1877322" y="1597894"/>
                  <a:pt x="2061496" y="1620678"/>
                </a:cubicBezTo>
                <a:cubicBezTo>
                  <a:pt x="2286603" y="1648520"/>
                  <a:pt x="2512158" y="1672570"/>
                  <a:pt x="2738590" y="1688306"/>
                </a:cubicBezTo>
                <a:cubicBezTo>
                  <a:pt x="3150596" y="1716938"/>
                  <a:pt x="3563079" y="1732606"/>
                  <a:pt x="3975963" y="1725367"/>
                </a:cubicBezTo>
                <a:cubicBezTo>
                  <a:pt x="4336150" y="1719062"/>
                  <a:pt x="4696384" y="1708289"/>
                  <a:pt x="5055083" y="1670056"/>
                </a:cubicBezTo>
                <a:cubicBezTo>
                  <a:pt x="5321658" y="1641652"/>
                  <a:pt x="5587823" y="1609905"/>
                  <a:pt x="5851223" y="1559480"/>
                </a:cubicBezTo>
                <a:cubicBezTo>
                  <a:pt x="6030382" y="1525171"/>
                  <a:pt x="6209102" y="1487833"/>
                  <a:pt x="6379901" y="1421034"/>
                </a:cubicBezTo>
                <a:cubicBezTo>
                  <a:pt x="6449690" y="1393745"/>
                  <a:pt x="6517297" y="1362246"/>
                  <a:pt x="6575075" y="1313487"/>
                </a:cubicBezTo>
                <a:cubicBezTo>
                  <a:pt x="6624093" y="1272111"/>
                  <a:pt x="6625742" y="1239745"/>
                  <a:pt x="6580328" y="1194158"/>
                </a:cubicBezTo>
                <a:cubicBezTo>
                  <a:pt x="6502035" y="1115586"/>
                  <a:pt x="6406946" y="1060989"/>
                  <a:pt x="6310340" y="1008821"/>
                </a:cubicBezTo>
                <a:cubicBezTo>
                  <a:pt x="6240493" y="971102"/>
                  <a:pt x="6170542" y="933573"/>
                  <a:pt x="6100838" y="895578"/>
                </a:cubicBezTo>
                <a:cubicBezTo>
                  <a:pt x="6065358" y="876232"/>
                  <a:pt x="6035701" y="850229"/>
                  <a:pt x="6015158" y="815016"/>
                </a:cubicBezTo>
                <a:cubicBezTo>
                  <a:pt x="6008885" y="804271"/>
                  <a:pt x="6000858" y="792298"/>
                  <a:pt x="6010944" y="779954"/>
                </a:cubicBezTo>
                <a:cubicBezTo>
                  <a:pt x="6019038" y="770048"/>
                  <a:pt x="6031192" y="771581"/>
                  <a:pt x="6042040" y="774134"/>
                </a:cubicBezTo>
                <a:cubicBezTo>
                  <a:pt x="6265012" y="826503"/>
                  <a:pt x="6477850" y="902283"/>
                  <a:pt x="6657839" y="1049788"/>
                </a:cubicBezTo>
                <a:cubicBezTo>
                  <a:pt x="6734997" y="1113015"/>
                  <a:pt x="6784167" y="1191986"/>
                  <a:pt x="6769839" y="1303791"/>
                </a:cubicBezTo>
                <a:cubicBezTo>
                  <a:pt x="6827102" y="1292142"/>
                  <a:pt x="6871115" y="1266310"/>
                  <a:pt x="6915710" y="1244802"/>
                </a:cubicBezTo>
                <a:cubicBezTo>
                  <a:pt x="7016157" y="1196358"/>
                  <a:pt x="7113324" y="1141104"/>
                  <a:pt x="7182551" y="1050226"/>
                </a:cubicBezTo>
                <a:cubicBezTo>
                  <a:pt x="7237374" y="978255"/>
                  <a:pt x="7236059" y="932906"/>
                  <a:pt x="7179101" y="861650"/>
                </a:cubicBezTo>
                <a:cubicBezTo>
                  <a:pt x="7103400" y="766952"/>
                  <a:pt x="6998178" y="713364"/>
                  <a:pt x="6891048" y="664197"/>
                </a:cubicBezTo>
                <a:cubicBezTo>
                  <a:pt x="6650603" y="553821"/>
                  <a:pt x="6397632" y="481497"/>
                  <a:pt x="6141133" y="419690"/>
                </a:cubicBezTo>
                <a:cubicBezTo>
                  <a:pt x="5877152" y="356082"/>
                  <a:pt x="5609596" y="312800"/>
                  <a:pt x="5341381" y="272252"/>
                </a:cubicBezTo>
                <a:cubicBezTo>
                  <a:pt x="5008401" y="221913"/>
                  <a:pt x="4673000" y="194205"/>
                  <a:pt x="4337389" y="173754"/>
                </a:cubicBezTo>
                <a:cubicBezTo>
                  <a:pt x="4246170" y="168201"/>
                  <a:pt x="4196771" y="139188"/>
                  <a:pt x="4168926" y="58683"/>
                </a:cubicBezTo>
                <a:cubicBezTo>
                  <a:pt x="4163368" y="42633"/>
                  <a:pt x="4149393" y="29546"/>
                  <a:pt x="4151662" y="10924"/>
                </a:cubicBezTo>
                <a:cubicBezTo>
                  <a:pt x="4158659" y="-1992"/>
                  <a:pt x="4170851" y="504"/>
                  <a:pt x="4181356" y="390"/>
                </a:cubicBezTo>
                <a:cubicBezTo>
                  <a:pt x="4470629" y="-2925"/>
                  <a:pt x="4758709" y="15249"/>
                  <a:pt x="5046675" y="41966"/>
                </a:cubicBezTo>
                <a:cubicBezTo>
                  <a:pt x="5269532" y="62636"/>
                  <a:pt x="5491561" y="89191"/>
                  <a:pt x="5712149" y="125615"/>
                </a:cubicBezTo>
                <a:cubicBezTo>
                  <a:pt x="6091467" y="188242"/>
                  <a:pt x="6466573" y="269938"/>
                  <a:pt x="6826178" y="409527"/>
                </a:cubicBezTo>
                <a:cubicBezTo>
                  <a:pt x="6995365" y="475192"/>
                  <a:pt x="7158424" y="553926"/>
                  <a:pt x="7292379" y="681170"/>
                </a:cubicBezTo>
                <a:cubicBezTo>
                  <a:pt x="7373426" y="758142"/>
                  <a:pt x="7431576" y="847953"/>
                  <a:pt x="7431242" y="963281"/>
                </a:cubicBezTo>
                <a:cubicBezTo>
                  <a:pt x="7430937" y="1068218"/>
                  <a:pt x="7413502" y="1172279"/>
                  <a:pt x="7387525" y="1273577"/>
                </a:cubicBezTo>
                <a:cubicBezTo>
                  <a:pt x="7262483" y="1761277"/>
                  <a:pt x="7077853" y="2222706"/>
                  <a:pt x="6783738" y="2636205"/>
                </a:cubicBezTo>
                <a:cubicBezTo>
                  <a:pt x="6486439" y="3054191"/>
                  <a:pt x="6107616" y="3373783"/>
                  <a:pt x="5642569" y="3590562"/>
                </a:cubicBezTo>
                <a:cubicBezTo>
                  <a:pt x="5606783" y="3607241"/>
                  <a:pt x="5593781" y="3627643"/>
                  <a:pt x="5594743" y="3666772"/>
                </a:cubicBezTo>
                <a:cubicBezTo>
                  <a:pt x="5596793" y="3750820"/>
                  <a:pt x="5589500" y="3834822"/>
                  <a:pt x="5576603" y="3917889"/>
                </a:cubicBezTo>
                <a:cubicBezTo>
                  <a:pt x="5557365" y="4041867"/>
                  <a:pt x="5476632" y="4119267"/>
                  <a:pt x="5369741" y="4179474"/>
                </a:cubicBezTo>
                <a:moveTo>
                  <a:pt x="5430122" y="3843708"/>
                </a:moveTo>
                <a:cubicBezTo>
                  <a:pt x="5441580" y="3770080"/>
                  <a:pt x="5454926" y="3696690"/>
                  <a:pt x="5463839" y="3622757"/>
                </a:cubicBezTo>
                <a:cubicBezTo>
                  <a:pt x="5469683" y="3574265"/>
                  <a:pt x="5493905" y="3540804"/>
                  <a:pt x="5532608" y="3514505"/>
                </a:cubicBezTo>
                <a:cubicBezTo>
                  <a:pt x="5617965" y="3456488"/>
                  <a:pt x="5703026" y="3398062"/>
                  <a:pt x="5788192" y="3339788"/>
                </a:cubicBezTo>
                <a:cubicBezTo>
                  <a:pt x="6053279" y="3158404"/>
                  <a:pt x="6290102" y="2946301"/>
                  <a:pt x="6491997" y="2695851"/>
                </a:cubicBezTo>
                <a:cubicBezTo>
                  <a:pt x="6778161" y="2340844"/>
                  <a:pt x="6964279" y="1934403"/>
                  <a:pt x="7106890" y="1505482"/>
                </a:cubicBezTo>
                <a:cubicBezTo>
                  <a:pt x="7123172" y="1456505"/>
                  <a:pt x="7138167" y="1407108"/>
                  <a:pt x="7153876" y="1357531"/>
                </a:cubicBezTo>
                <a:cubicBezTo>
                  <a:pt x="7136594" y="1353016"/>
                  <a:pt x="7128215" y="1361750"/>
                  <a:pt x="7119158" y="1367094"/>
                </a:cubicBezTo>
                <a:cubicBezTo>
                  <a:pt x="6930486" y="1478365"/>
                  <a:pt x="6726884" y="1553946"/>
                  <a:pt x="6518135" y="1616658"/>
                </a:cubicBezTo>
                <a:cubicBezTo>
                  <a:pt x="6094061" y="1744084"/>
                  <a:pt x="5658727" y="1813417"/>
                  <a:pt x="5219829" y="1861927"/>
                </a:cubicBezTo>
                <a:cubicBezTo>
                  <a:pt x="4842445" y="1903646"/>
                  <a:pt x="4463517" y="1922563"/>
                  <a:pt x="4083884" y="1928078"/>
                </a:cubicBezTo>
                <a:cubicBezTo>
                  <a:pt x="3791523" y="1932327"/>
                  <a:pt x="3499200" y="1929259"/>
                  <a:pt x="3207145" y="1917344"/>
                </a:cubicBezTo>
                <a:cubicBezTo>
                  <a:pt x="2969292" y="1907638"/>
                  <a:pt x="2732012" y="1887883"/>
                  <a:pt x="2494798" y="1866395"/>
                </a:cubicBezTo>
                <a:cubicBezTo>
                  <a:pt x="2290740" y="1847906"/>
                  <a:pt x="2087682" y="1822875"/>
                  <a:pt x="1885549" y="1791575"/>
                </a:cubicBezTo>
                <a:cubicBezTo>
                  <a:pt x="1617478" y="1750066"/>
                  <a:pt x="1350131" y="1703355"/>
                  <a:pt x="1087093" y="1635299"/>
                </a:cubicBezTo>
                <a:cubicBezTo>
                  <a:pt x="864112" y="1577606"/>
                  <a:pt x="642916" y="1514950"/>
                  <a:pt x="433599" y="1416490"/>
                </a:cubicBezTo>
                <a:cubicBezTo>
                  <a:pt x="352310" y="1378248"/>
                  <a:pt x="275193" y="1332832"/>
                  <a:pt x="192271" y="1273949"/>
                </a:cubicBezTo>
                <a:cubicBezTo>
                  <a:pt x="292702" y="1537658"/>
                  <a:pt x="390127" y="1788490"/>
                  <a:pt x="513245" y="2028710"/>
                </a:cubicBezTo>
                <a:cubicBezTo>
                  <a:pt x="716519" y="2425312"/>
                  <a:pt x="984597" y="2769498"/>
                  <a:pt x="1333048" y="3049542"/>
                </a:cubicBezTo>
                <a:cubicBezTo>
                  <a:pt x="1816131" y="3437781"/>
                  <a:pt x="2373084" y="3658771"/>
                  <a:pt x="2977023" y="3771176"/>
                </a:cubicBezTo>
                <a:cubicBezTo>
                  <a:pt x="3145401" y="3802513"/>
                  <a:pt x="3315771" y="3821467"/>
                  <a:pt x="3487027" y="3833307"/>
                </a:cubicBezTo>
                <a:cubicBezTo>
                  <a:pt x="3783964" y="3853853"/>
                  <a:pt x="4080433" y="3849014"/>
                  <a:pt x="4376712" y="3825058"/>
                </a:cubicBezTo>
                <a:cubicBezTo>
                  <a:pt x="4648806" y="3803056"/>
                  <a:pt x="4918736" y="3763241"/>
                  <a:pt x="5188313" y="3721122"/>
                </a:cubicBezTo>
                <a:cubicBezTo>
                  <a:pt x="5205253" y="3718474"/>
                  <a:pt x="5226549" y="3711225"/>
                  <a:pt x="5233537" y="3733399"/>
                </a:cubicBezTo>
                <a:cubicBezTo>
                  <a:pt x="5241077" y="3757307"/>
                  <a:pt x="5217522" y="3760974"/>
                  <a:pt x="5202174" y="3766794"/>
                </a:cubicBezTo>
                <a:cubicBezTo>
                  <a:pt x="4878431" y="3889447"/>
                  <a:pt x="4543898" y="3968409"/>
                  <a:pt x="4199993" y="4005043"/>
                </a:cubicBezTo>
                <a:cubicBezTo>
                  <a:pt x="3905935" y="4036370"/>
                  <a:pt x="3611602" y="4043400"/>
                  <a:pt x="3315666" y="4019273"/>
                </a:cubicBezTo>
                <a:cubicBezTo>
                  <a:pt x="2914060" y="3986526"/>
                  <a:pt x="2525647" y="3902097"/>
                  <a:pt x="2149683" y="3758355"/>
                </a:cubicBezTo>
                <a:cubicBezTo>
                  <a:pt x="2131600" y="3751449"/>
                  <a:pt x="2114202" y="3739676"/>
                  <a:pt x="2096366" y="3740705"/>
                </a:cubicBezTo>
                <a:cubicBezTo>
                  <a:pt x="2104908" y="3902354"/>
                  <a:pt x="2196241" y="3997204"/>
                  <a:pt x="2336307" y="4056078"/>
                </a:cubicBezTo>
                <a:cubicBezTo>
                  <a:pt x="2447888" y="4102979"/>
                  <a:pt x="2562300" y="4142051"/>
                  <a:pt x="2679496" y="4169873"/>
                </a:cubicBezTo>
                <a:cubicBezTo>
                  <a:pt x="3007595" y="4247759"/>
                  <a:pt x="3340832" y="4293841"/>
                  <a:pt x="3677854" y="4304919"/>
                </a:cubicBezTo>
                <a:cubicBezTo>
                  <a:pt x="4072340" y="4317873"/>
                  <a:pt x="4465042" y="4302671"/>
                  <a:pt x="4850119" y="4202763"/>
                </a:cubicBezTo>
                <a:cubicBezTo>
                  <a:pt x="4990289" y="4166396"/>
                  <a:pt x="5127656" y="4123143"/>
                  <a:pt x="5257540" y="4057878"/>
                </a:cubicBezTo>
                <a:cubicBezTo>
                  <a:pt x="5345242" y="4013815"/>
                  <a:pt x="5415041" y="3956199"/>
                  <a:pt x="5430122" y="3843708"/>
                </a:cubicBezTo>
                <a:close/>
              </a:path>
            </a:pathLst>
          </a:custGeom>
          <a:solidFill>
            <a:srgbClr val="000000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49661DE8-4EA8-9526-F803-F4AA29E04A79}"/>
              </a:ext>
            </a:extLst>
          </p:cNvPr>
          <p:cNvSpPr/>
          <p:nvPr/>
        </p:nvSpPr>
        <p:spPr>
          <a:xfrm flipH="1">
            <a:off x="473724" y="7698735"/>
            <a:ext cx="1716322" cy="1273815"/>
          </a:xfrm>
          <a:custGeom>
            <a:avLst/>
            <a:gdLst>
              <a:gd name="connsiteX0" fmla="*/ 344370 w 1716322"/>
              <a:gd name="connsiteY0" fmla="*/ 278422 h 1273815"/>
              <a:gd name="connsiteX1" fmla="*/ 56089 w 1716322"/>
              <a:gd name="connsiteY1" fmla="*/ 253495 h 1273815"/>
              <a:gd name="connsiteX2" fmla="*/ 141 w 1716322"/>
              <a:gd name="connsiteY2" fmla="*/ 217109 h 1273815"/>
              <a:gd name="connsiteX3" fmla="*/ 49225 w 1716322"/>
              <a:gd name="connsiteY3" fmla="*/ 142338 h 1273815"/>
              <a:gd name="connsiteX4" fmla="*/ 540688 w 1716322"/>
              <a:gd name="connsiteY4" fmla="*/ 211251 h 1273815"/>
              <a:gd name="connsiteX5" fmla="*/ 609705 w 1716322"/>
              <a:gd name="connsiteY5" fmla="*/ 206746 h 1273815"/>
              <a:gd name="connsiteX6" fmla="*/ 1119260 w 1716322"/>
              <a:gd name="connsiteY6" fmla="*/ 6626 h 1273815"/>
              <a:gd name="connsiteX7" fmla="*/ 1703877 w 1716322"/>
              <a:gd name="connsiteY7" fmla="*/ 370090 h 1273815"/>
              <a:gd name="connsiteX8" fmla="*/ 1578245 w 1716322"/>
              <a:gd name="connsiteY8" fmla="*/ 841178 h 1273815"/>
              <a:gd name="connsiteX9" fmla="*/ 693345 w 1716322"/>
              <a:gd name="connsiteY9" fmla="*/ 1273051 h 1273815"/>
              <a:gd name="connsiteX10" fmla="*/ 335447 w 1716322"/>
              <a:gd name="connsiteY10" fmla="*/ 1212920 h 1273815"/>
              <a:gd name="connsiteX11" fmla="*/ 132484 w 1716322"/>
              <a:gd name="connsiteY11" fmla="*/ 898556 h 1273815"/>
              <a:gd name="connsiteX12" fmla="*/ 141445 w 1716322"/>
              <a:gd name="connsiteY12" fmla="*/ 852493 h 1273815"/>
              <a:gd name="connsiteX13" fmla="*/ 198947 w 1716322"/>
              <a:gd name="connsiteY13" fmla="*/ 655535 h 1273815"/>
              <a:gd name="connsiteX14" fmla="*/ 398039 w 1716322"/>
              <a:gd name="connsiteY14" fmla="*/ 366023 h 1273815"/>
              <a:gd name="connsiteX15" fmla="*/ 449640 w 1716322"/>
              <a:gd name="connsiteY15" fmla="*/ 313740 h 1273815"/>
              <a:gd name="connsiteX16" fmla="*/ 344370 w 1716322"/>
              <a:gd name="connsiteY16" fmla="*/ 278422 h 1273815"/>
              <a:gd name="connsiteX17" fmla="*/ 1522230 w 1716322"/>
              <a:gd name="connsiteY17" fmla="*/ 612454 h 1273815"/>
              <a:gd name="connsiteX18" fmla="*/ 1531458 w 1716322"/>
              <a:gd name="connsiteY18" fmla="*/ 357698 h 1273815"/>
              <a:gd name="connsiteX19" fmla="*/ 1228811 w 1716322"/>
              <a:gd name="connsiteY19" fmla="*/ 159216 h 1273815"/>
              <a:gd name="connsiteX20" fmla="*/ 746777 w 1716322"/>
              <a:gd name="connsiteY20" fmla="*/ 286289 h 1273815"/>
              <a:gd name="connsiteX21" fmla="*/ 719151 w 1716322"/>
              <a:gd name="connsiteY21" fmla="*/ 397551 h 1273815"/>
              <a:gd name="connsiteX22" fmla="*/ 779036 w 1716322"/>
              <a:gd name="connsiteY22" fmla="*/ 389769 h 1273815"/>
              <a:gd name="connsiteX23" fmla="*/ 1012884 w 1716322"/>
              <a:gd name="connsiteY23" fmla="*/ 430688 h 1273815"/>
              <a:gd name="connsiteX24" fmla="*/ 1159164 w 1716322"/>
              <a:gd name="connsiteY24" fmla="*/ 667889 h 1273815"/>
              <a:gd name="connsiteX25" fmla="*/ 1053027 w 1716322"/>
              <a:gd name="connsiteY25" fmla="*/ 893708 h 1273815"/>
              <a:gd name="connsiteX26" fmla="*/ 565587 w 1716322"/>
              <a:gd name="connsiteY26" fmla="*/ 1044632 h 1273815"/>
              <a:gd name="connsiteX27" fmla="*/ 429440 w 1716322"/>
              <a:gd name="connsiteY27" fmla="*/ 959069 h 1273815"/>
              <a:gd name="connsiteX28" fmla="*/ 276010 w 1716322"/>
              <a:gd name="connsiteY28" fmla="*/ 904786 h 1273815"/>
              <a:gd name="connsiteX29" fmla="*/ 222293 w 1716322"/>
              <a:gd name="connsiteY29" fmla="*/ 872029 h 1273815"/>
              <a:gd name="connsiteX30" fmla="*/ 315075 w 1716322"/>
              <a:gd name="connsiteY30" fmla="*/ 1066092 h 1273815"/>
              <a:gd name="connsiteX31" fmla="*/ 519687 w 1716322"/>
              <a:gd name="connsiteY31" fmla="*/ 1135662 h 1273815"/>
              <a:gd name="connsiteX32" fmla="*/ 1168364 w 1716322"/>
              <a:gd name="connsiteY32" fmla="*/ 993149 h 1273815"/>
              <a:gd name="connsiteX33" fmla="*/ 1522230 w 1716322"/>
              <a:gd name="connsiteY33" fmla="*/ 612454 h 1273815"/>
              <a:gd name="connsiteX34" fmla="*/ 561793 w 1716322"/>
              <a:gd name="connsiteY34" fmla="*/ 942838 h 1273815"/>
              <a:gd name="connsiteX35" fmla="*/ 707912 w 1716322"/>
              <a:gd name="connsiteY35" fmla="*/ 942057 h 1273815"/>
              <a:gd name="connsiteX36" fmla="*/ 1020596 w 1716322"/>
              <a:gd name="connsiteY36" fmla="*/ 750347 h 1273815"/>
              <a:gd name="connsiteX37" fmla="*/ 927747 w 1716322"/>
              <a:gd name="connsiteY37" fmla="*/ 491867 h 1273815"/>
              <a:gd name="connsiteX38" fmla="*/ 666711 w 1716322"/>
              <a:gd name="connsiteY38" fmla="*/ 519442 h 1273815"/>
              <a:gd name="connsiteX39" fmla="*/ 466589 w 1716322"/>
              <a:gd name="connsiteY39" fmla="*/ 758386 h 1273815"/>
              <a:gd name="connsiteX40" fmla="*/ 561793 w 1716322"/>
              <a:gd name="connsiteY40" fmla="*/ 942838 h 1273815"/>
              <a:gd name="connsiteX41" fmla="*/ 273236 w 1716322"/>
              <a:gd name="connsiteY41" fmla="*/ 829167 h 1273815"/>
              <a:gd name="connsiteX42" fmla="*/ 377334 w 1716322"/>
              <a:gd name="connsiteY42" fmla="*/ 889003 h 1273815"/>
              <a:gd name="connsiteX43" fmla="*/ 641487 w 1716322"/>
              <a:gd name="connsiteY43" fmla="*/ 419944 h 1273815"/>
              <a:gd name="connsiteX44" fmla="*/ 556903 w 1716322"/>
              <a:gd name="connsiteY44" fmla="*/ 399761 h 1273815"/>
              <a:gd name="connsiteX45" fmla="*/ 318765 w 1716322"/>
              <a:gd name="connsiteY45" fmla="*/ 631218 h 1273815"/>
              <a:gd name="connsiteX46" fmla="*/ 257145 w 1716322"/>
              <a:gd name="connsiteY46" fmla="*/ 743213 h 1273815"/>
              <a:gd name="connsiteX47" fmla="*/ 273236 w 1716322"/>
              <a:gd name="connsiteY47" fmla="*/ 829167 h 127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16322" h="1273815">
                <a:moveTo>
                  <a:pt x="344370" y="278422"/>
                </a:moveTo>
                <a:cubicBezTo>
                  <a:pt x="246430" y="260277"/>
                  <a:pt x="150921" y="260781"/>
                  <a:pt x="56089" y="253495"/>
                </a:cubicBezTo>
                <a:cubicBezTo>
                  <a:pt x="30045" y="251495"/>
                  <a:pt x="1456" y="252485"/>
                  <a:pt x="141" y="217109"/>
                </a:cubicBezTo>
                <a:cubicBezTo>
                  <a:pt x="-1155" y="182219"/>
                  <a:pt x="5823" y="149224"/>
                  <a:pt x="49225" y="142338"/>
                </a:cubicBezTo>
                <a:cubicBezTo>
                  <a:pt x="220062" y="115230"/>
                  <a:pt x="384541" y="136509"/>
                  <a:pt x="540688" y="211251"/>
                </a:cubicBezTo>
                <a:cubicBezTo>
                  <a:pt x="567570" y="224120"/>
                  <a:pt x="585892" y="222405"/>
                  <a:pt x="609705" y="206746"/>
                </a:cubicBezTo>
                <a:cubicBezTo>
                  <a:pt x="765394" y="104419"/>
                  <a:pt x="933724" y="33096"/>
                  <a:pt x="1119260" y="6626"/>
                </a:cubicBezTo>
                <a:cubicBezTo>
                  <a:pt x="1387303" y="-31608"/>
                  <a:pt x="1643354" y="96418"/>
                  <a:pt x="1703877" y="370090"/>
                </a:cubicBezTo>
                <a:cubicBezTo>
                  <a:pt x="1742895" y="546531"/>
                  <a:pt x="1687204" y="705113"/>
                  <a:pt x="1578245" y="841178"/>
                </a:cubicBezTo>
                <a:cubicBezTo>
                  <a:pt x="1352537" y="1123042"/>
                  <a:pt x="1052731" y="1260478"/>
                  <a:pt x="693345" y="1273051"/>
                </a:cubicBezTo>
                <a:cubicBezTo>
                  <a:pt x="569743" y="1277375"/>
                  <a:pt x="449897" y="1264154"/>
                  <a:pt x="335447" y="1212920"/>
                </a:cubicBezTo>
                <a:cubicBezTo>
                  <a:pt x="202360" y="1153341"/>
                  <a:pt x="123762" y="1034135"/>
                  <a:pt x="132484" y="898556"/>
                </a:cubicBezTo>
                <a:cubicBezTo>
                  <a:pt x="133485" y="882907"/>
                  <a:pt x="133171" y="864152"/>
                  <a:pt x="141445" y="852493"/>
                </a:cubicBezTo>
                <a:cubicBezTo>
                  <a:pt x="183761" y="792896"/>
                  <a:pt x="183837" y="722849"/>
                  <a:pt x="198947" y="655535"/>
                </a:cubicBezTo>
                <a:cubicBezTo>
                  <a:pt x="226087" y="534644"/>
                  <a:pt x="311424" y="448719"/>
                  <a:pt x="398039" y="366023"/>
                </a:cubicBezTo>
                <a:cubicBezTo>
                  <a:pt x="415007" y="349821"/>
                  <a:pt x="436151" y="337810"/>
                  <a:pt x="449640" y="313740"/>
                </a:cubicBezTo>
                <a:cubicBezTo>
                  <a:pt x="419373" y="290204"/>
                  <a:pt x="381757" y="290347"/>
                  <a:pt x="344370" y="278422"/>
                </a:cubicBezTo>
                <a:moveTo>
                  <a:pt x="1522230" y="612454"/>
                </a:moveTo>
                <a:cubicBezTo>
                  <a:pt x="1556014" y="528643"/>
                  <a:pt x="1564346" y="443785"/>
                  <a:pt x="1531458" y="357698"/>
                </a:cubicBezTo>
                <a:cubicBezTo>
                  <a:pt x="1478455" y="218967"/>
                  <a:pt x="1366093" y="165379"/>
                  <a:pt x="1228811" y="159216"/>
                </a:cubicBezTo>
                <a:cubicBezTo>
                  <a:pt x="1056144" y="151463"/>
                  <a:pt x="897871" y="208251"/>
                  <a:pt x="746777" y="286289"/>
                </a:cubicBezTo>
                <a:cubicBezTo>
                  <a:pt x="676243" y="322723"/>
                  <a:pt x="676778" y="325027"/>
                  <a:pt x="719151" y="397551"/>
                </a:cubicBezTo>
                <a:cubicBezTo>
                  <a:pt x="738560" y="395132"/>
                  <a:pt x="759236" y="394350"/>
                  <a:pt x="779036" y="389769"/>
                </a:cubicBezTo>
                <a:cubicBezTo>
                  <a:pt x="862962" y="370366"/>
                  <a:pt x="940816" y="391169"/>
                  <a:pt x="1012884" y="430688"/>
                </a:cubicBezTo>
                <a:cubicBezTo>
                  <a:pt x="1104961" y="481180"/>
                  <a:pt x="1160852" y="556123"/>
                  <a:pt x="1159164" y="667889"/>
                </a:cubicBezTo>
                <a:cubicBezTo>
                  <a:pt x="1157763" y="760520"/>
                  <a:pt x="1116134" y="832129"/>
                  <a:pt x="1053027" y="893708"/>
                </a:cubicBezTo>
                <a:cubicBezTo>
                  <a:pt x="916622" y="1026810"/>
                  <a:pt x="755280" y="1080093"/>
                  <a:pt x="565587" y="1044632"/>
                </a:cubicBezTo>
                <a:cubicBezTo>
                  <a:pt x="506284" y="1033545"/>
                  <a:pt x="476274" y="975395"/>
                  <a:pt x="429440" y="959069"/>
                </a:cubicBezTo>
                <a:cubicBezTo>
                  <a:pt x="378716" y="941400"/>
                  <a:pt x="322025" y="939523"/>
                  <a:pt x="276010" y="904786"/>
                </a:cubicBezTo>
                <a:cubicBezTo>
                  <a:pt x="260376" y="892984"/>
                  <a:pt x="250414" y="871905"/>
                  <a:pt x="222293" y="872029"/>
                </a:cubicBezTo>
                <a:cubicBezTo>
                  <a:pt x="223380" y="952354"/>
                  <a:pt x="251635" y="1017733"/>
                  <a:pt x="315075" y="1066092"/>
                </a:cubicBezTo>
                <a:cubicBezTo>
                  <a:pt x="375256" y="1111964"/>
                  <a:pt x="446418" y="1127985"/>
                  <a:pt x="519687" y="1135662"/>
                </a:cubicBezTo>
                <a:cubicBezTo>
                  <a:pt x="751600" y="1159961"/>
                  <a:pt x="968042" y="1108211"/>
                  <a:pt x="1168364" y="993149"/>
                </a:cubicBezTo>
                <a:cubicBezTo>
                  <a:pt x="1322204" y="904776"/>
                  <a:pt x="1453995" y="792267"/>
                  <a:pt x="1522230" y="612454"/>
                </a:cubicBezTo>
                <a:moveTo>
                  <a:pt x="561793" y="942838"/>
                </a:moveTo>
                <a:cubicBezTo>
                  <a:pt x="610544" y="954411"/>
                  <a:pt x="659876" y="949639"/>
                  <a:pt x="707912" y="942057"/>
                </a:cubicBezTo>
                <a:cubicBezTo>
                  <a:pt x="838043" y="921521"/>
                  <a:pt x="950816" y="868838"/>
                  <a:pt x="1020596" y="750347"/>
                </a:cubicBezTo>
                <a:cubicBezTo>
                  <a:pt x="1082254" y="645649"/>
                  <a:pt x="1041635" y="533568"/>
                  <a:pt x="927747" y="491867"/>
                </a:cubicBezTo>
                <a:cubicBezTo>
                  <a:pt x="836957" y="458625"/>
                  <a:pt x="748245" y="456711"/>
                  <a:pt x="666711" y="519442"/>
                </a:cubicBezTo>
                <a:cubicBezTo>
                  <a:pt x="582298" y="584384"/>
                  <a:pt x="496960" y="648239"/>
                  <a:pt x="466589" y="758386"/>
                </a:cubicBezTo>
                <a:cubicBezTo>
                  <a:pt x="439993" y="854865"/>
                  <a:pt x="471632" y="921893"/>
                  <a:pt x="561793" y="942838"/>
                </a:cubicBezTo>
                <a:moveTo>
                  <a:pt x="273236" y="829167"/>
                </a:moveTo>
                <a:cubicBezTo>
                  <a:pt x="303140" y="855827"/>
                  <a:pt x="332215" y="884031"/>
                  <a:pt x="377334" y="889003"/>
                </a:cubicBezTo>
                <a:cubicBezTo>
                  <a:pt x="328564" y="652697"/>
                  <a:pt x="463014" y="522205"/>
                  <a:pt x="641487" y="419944"/>
                </a:cubicBezTo>
                <a:cubicBezTo>
                  <a:pt x="619285" y="370233"/>
                  <a:pt x="591869" y="374843"/>
                  <a:pt x="556903" y="399761"/>
                </a:cubicBezTo>
                <a:cubicBezTo>
                  <a:pt x="465550" y="464845"/>
                  <a:pt x="387057" y="542874"/>
                  <a:pt x="318765" y="631218"/>
                </a:cubicBezTo>
                <a:cubicBezTo>
                  <a:pt x="292606" y="665060"/>
                  <a:pt x="269442" y="701151"/>
                  <a:pt x="257145" y="743213"/>
                </a:cubicBezTo>
                <a:cubicBezTo>
                  <a:pt x="248613" y="772379"/>
                  <a:pt x="247993" y="799391"/>
                  <a:pt x="273236" y="829167"/>
                </a:cubicBezTo>
                <a:close/>
              </a:path>
            </a:pathLst>
          </a:custGeom>
          <a:solidFill>
            <a:srgbClr val="000000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489303-E9DF-B912-A910-AD33A31D25ED}"/>
              </a:ext>
            </a:extLst>
          </p:cNvPr>
          <p:cNvSpPr/>
          <p:nvPr/>
        </p:nvSpPr>
        <p:spPr>
          <a:xfrm>
            <a:off x="15106650" y="-2"/>
            <a:ext cx="517525" cy="10907712"/>
          </a:xfrm>
          <a:prstGeom prst="rect">
            <a:avLst/>
          </a:prstGeom>
          <a:solidFill>
            <a:srgbClr val="FFFD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6D3BF6-20C3-6FCF-9D37-908C4210E7BC}"/>
              </a:ext>
            </a:extLst>
          </p:cNvPr>
          <p:cNvSpPr/>
          <p:nvPr/>
        </p:nvSpPr>
        <p:spPr>
          <a:xfrm flipV="1">
            <a:off x="0" y="10451306"/>
            <a:ext cx="15106650" cy="456406"/>
          </a:xfrm>
          <a:prstGeom prst="rect">
            <a:avLst/>
          </a:prstGeom>
          <a:solidFill>
            <a:srgbClr val="FFFD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C8955A-47B5-B7E7-B913-70B66950F6BB}"/>
              </a:ext>
            </a:extLst>
          </p:cNvPr>
          <p:cNvSpPr/>
          <p:nvPr/>
        </p:nvSpPr>
        <p:spPr>
          <a:xfrm>
            <a:off x="1" y="0"/>
            <a:ext cx="452438" cy="10907710"/>
          </a:xfrm>
          <a:prstGeom prst="rect">
            <a:avLst/>
          </a:prstGeom>
          <a:solidFill>
            <a:srgbClr val="FFFD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1DBB5F-CF30-2CFA-3F1A-8857DF0B340B}"/>
              </a:ext>
            </a:extLst>
          </p:cNvPr>
          <p:cNvSpPr/>
          <p:nvPr/>
        </p:nvSpPr>
        <p:spPr>
          <a:xfrm rot="5400000">
            <a:off x="5702859" y="2162405"/>
            <a:ext cx="4156537" cy="744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Mike </a:t>
            </a:r>
            <a:r>
              <a:rPr lang="en-GB" sz="16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Satinover</a:t>
            </a:r>
            <a:r>
              <a:rPr lang="en-GB" sz="16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 &amp; Scott </a:t>
            </a:r>
            <a:r>
              <a:rPr lang="en-GB" sz="16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Satinover</a:t>
            </a:r>
            <a:endParaRPr lang="en-GB" sz="2000" b="1" dirty="0">
              <a:latin typeface="Perpetua Titling MT" panose="02020502060505020804" pitchFamily="18" charset="0"/>
              <a:ea typeface="KaiTi" panose="020B0503020204020204" pitchFamily="49" charset="-122"/>
              <a:cs typeface="Dubai Light" panose="020B0303030403030204" pitchFamily="34" charset="-7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53C2AA-8A5B-9DAC-5CFD-3FB9A7DE7FE9}"/>
              </a:ext>
            </a:extLst>
          </p:cNvPr>
          <p:cNvSpPr/>
          <p:nvPr/>
        </p:nvSpPr>
        <p:spPr>
          <a:xfrm rot="5400000">
            <a:off x="5097623" y="7388205"/>
            <a:ext cx="5367014" cy="744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sz="2000" b="1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The </a:t>
            </a:r>
            <a:r>
              <a:rPr lang="nl-BE" sz="2000" b="1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Ramen_Lord</a:t>
            </a:r>
            <a:r>
              <a:rPr lang="nl-BE" sz="2000" b="1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 </a:t>
            </a:r>
            <a:r>
              <a:rPr lang="nl-BE" sz="2000" b="1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Book</a:t>
            </a:r>
            <a:r>
              <a:rPr lang="nl-BE" sz="2000" b="1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 of Ramen</a:t>
            </a:r>
            <a:endParaRPr lang="en-GB" sz="2000" b="1" dirty="0">
              <a:latin typeface="Perpetua Titling MT" panose="02020502060505020804" pitchFamily="18" charset="0"/>
              <a:ea typeface="KaiTi" panose="020B0503020204020204" pitchFamily="49" charset="-122"/>
              <a:cs typeface="Dubai Light" panose="020B03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54315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2B432-631F-C2BD-D57A-7660D8B3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526D75-EC88-824B-84B8-0867EBF34FFD}"/>
              </a:ext>
            </a:extLst>
          </p:cNvPr>
          <p:cNvSpPr/>
          <p:nvPr/>
        </p:nvSpPr>
        <p:spPr>
          <a:xfrm>
            <a:off x="-1" y="-1"/>
            <a:ext cx="15624175" cy="10907713"/>
          </a:xfrm>
          <a:prstGeom prst="rect">
            <a:avLst/>
          </a:prstGeom>
          <a:solidFill>
            <a:srgbClr val="FFFD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910780-9BB0-63E9-C73A-3ACF2CE2C79A}"/>
              </a:ext>
            </a:extLst>
          </p:cNvPr>
          <p:cNvSpPr/>
          <p:nvPr/>
        </p:nvSpPr>
        <p:spPr>
          <a:xfrm>
            <a:off x="11442700" y="9853684"/>
            <a:ext cx="3663949" cy="597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By Mike </a:t>
            </a:r>
            <a:r>
              <a:rPr lang="en-GB" sz="14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Satinover</a:t>
            </a:r>
            <a:r>
              <a:rPr lang="en-GB" sz="14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 (</a:t>
            </a:r>
            <a:r>
              <a:rPr lang="en-GB" sz="14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Ramen_Lord</a:t>
            </a:r>
            <a:r>
              <a:rPr lang="en-GB" sz="14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)</a:t>
            </a:r>
          </a:p>
          <a:p>
            <a:pPr algn="ctr"/>
            <a:r>
              <a:rPr lang="en-GB" sz="14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&amp; Scott </a:t>
            </a:r>
            <a:r>
              <a:rPr lang="en-GB" sz="14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Satinover</a:t>
            </a:r>
            <a:r>
              <a:rPr lang="en-GB" sz="14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, </a:t>
            </a:r>
            <a:r>
              <a:rPr lang="en-GB" sz="14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Ph.D</a:t>
            </a:r>
            <a:endParaRPr lang="en-GB" sz="1400" dirty="0">
              <a:latin typeface="Perpetua Titling MT" panose="02020502060505020804" pitchFamily="18" charset="0"/>
              <a:ea typeface="KaiTi" panose="020B0503020204020204" pitchFamily="49" charset="-122"/>
              <a:cs typeface="Dubai Light" panose="020B0303030403030204" pitchFamily="34" charset="-78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32A2A42-EB33-72FC-B50B-45E3ACEAF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3987" y="3929223"/>
            <a:ext cx="7772400" cy="7924800"/>
          </a:xfrm>
          <a:prstGeom prst="rect">
            <a:avLst/>
          </a:prstGeom>
        </p:spPr>
      </p:pic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2056BC36-D40D-2AD3-65A2-0C960ACA4BBC}"/>
              </a:ext>
            </a:extLst>
          </p:cNvPr>
          <p:cNvSpPr/>
          <p:nvPr/>
        </p:nvSpPr>
        <p:spPr>
          <a:xfrm flipH="1">
            <a:off x="-1204917" y="4082150"/>
            <a:ext cx="6362791" cy="4811539"/>
          </a:xfrm>
          <a:custGeom>
            <a:avLst/>
            <a:gdLst>
              <a:gd name="connsiteX0" fmla="*/ 6362792 w 6362791"/>
              <a:gd name="connsiteY0" fmla="*/ 1033230 h 4811539"/>
              <a:gd name="connsiteX1" fmla="*/ 5368447 w 6362791"/>
              <a:gd name="connsiteY1" fmla="*/ 1207966 h 4811539"/>
              <a:gd name="connsiteX2" fmla="*/ 4532794 w 6362791"/>
              <a:gd name="connsiteY2" fmla="*/ 1345736 h 4811539"/>
              <a:gd name="connsiteX3" fmla="*/ 3631260 w 6362791"/>
              <a:gd name="connsiteY3" fmla="*/ 1494726 h 4811539"/>
              <a:gd name="connsiteX4" fmla="*/ 2804911 w 6362791"/>
              <a:gd name="connsiteY4" fmla="*/ 1631734 h 4811539"/>
              <a:gd name="connsiteX5" fmla="*/ 2782490 w 6362791"/>
              <a:gd name="connsiteY5" fmla="*/ 1635877 h 4811539"/>
              <a:gd name="connsiteX6" fmla="*/ 2788582 w 6362791"/>
              <a:gd name="connsiteY6" fmla="*/ 1678187 h 4811539"/>
              <a:gd name="connsiteX7" fmla="*/ 2800517 w 6362791"/>
              <a:gd name="connsiteY7" fmla="*/ 2024964 h 4811539"/>
              <a:gd name="connsiteX8" fmla="*/ 2631396 w 6362791"/>
              <a:gd name="connsiteY8" fmla="*/ 2474029 h 4811539"/>
              <a:gd name="connsiteX9" fmla="*/ 2594904 w 6362791"/>
              <a:gd name="connsiteY9" fmla="*/ 2566974 h 4811539"/>
              <a:gd name="connsiteX10" fmla="*/ 2630443 w 6362791"/>
              <a:gd name="connsiteY10" fmla="*/ 3034547 h 4811539"/>
              <a:gd name="connsiteX11" fmla="*/ 2799182 w 6362791"/>
              <a:gd name="connsiteY11" fmla="*/ 3343681 h 4811539"/>
              <a:gd name="connsiteX12" fmla="*/ 2886417 w 6362791"/>
              <a:gd name="connsiteY12" fmla="*/ 3956072 h 4811539"/>
              <a:gd name="connsiteX13" fmla="*/ 2764436 w 6362791"/>
              <a:gd name="connsiteY13" fmla="*/ 4211913 h 4811539"/>
              <a:gd name="connsiteX14" fmla="*/ 2738068 w 6362791"/>
              <a:gd name="connsiteY14" fmla="*/ 4256452 h 4811539"/>
              <a:gd name="connsiteX15" fmla="*/ 2971192 w 6362791"/>
              <a:gd name="connsiteY15" fmla="*/ 4314517 h 4811539"/>
              <a:gd name="connsiteX16" fmla="*/ 3093249 w 6362791"/>
              <a:gd name="connsiteY16" fmla="*/ 4500226 h 4811539"/>
              <a:gd name="connsiteX17" fmla="*/ 2981392 w 6362791"/>
              <a:gd name="connsiteY17" fmla="*/ 4729721 h 4811539"/>
              <a:gd name="connsiteX18" fmla="*/ 2586840 w 6362791"/>
              <a:gd name="connsiteY18" fmla="*/ 4807064 h 4811539"/>
              <a:gd name="connsiteX19" fmla="*/ 1987562 w 6362791"/>
              <a:gd name="connsiteY19" fmla="*/ 4628603 h 4811539"/>
              <a:gd name="connsiteX20" fmla="*/ 1853636 w 6362791"/>
              <a:gd name="connsiteY20" fmla="*/ 4628346 h 4811539"/>
              <a:gd name="connsiteX21" fmla="*/ 1269543 w 6362791"/>
              <a:gd name="connsiteY21" fmla="*/ 4765135 h 4811539"/>
              <a:gd name="connsiteX22" fmla="*/ 686728 w 6362791"/>
              <a:gd name="connsiteY22" fmla="*/ 4542355 h 4811539"/>
              <a:gd name="connsiteX23" fmla="*/ 563193 w 6362791"/>
              <a:gd name="connsiteY23" fmla="*/ 4536230 h 4811539"/>
              <a:gd name="connsiteX24" fmla="*/ 349859 w 6362791"/>
              <a:gd name="connsiteY24" fmla="*/ 4687192 h 4811539"/>
              <a:gd name="connsiteX25" fmla="*/ 174618 w 6362791"/>
              <a:gd name="connsiteY25" fmla="*/ 4720082 h 4811539"/>
              <a:gd name="connsiteX26" fmla="*/ 34315 w 6362791"/>
              <a:gd name="connsiteY26" fmla="*/ 4430398 h 4811539"/>
              <a:gd name="connsiteX27" fmla="*/ 307114 w 6362791"/>
              <a:gd name="connsiteY27" fmla="*/ 4217638 h 4811539"/>
              <a:gd name="connsiteX28" fmla="*/ 461421 w 6362791"/>
              <a:gd name="connsiteY28" fmla="*/ 4169327 h 4811539"/>
              <a:gd name="connsiteX29" fmla="*/ 497160 w 6362791"/>
              <a:gd name="connsiteY29" fmla="*/ 4132580 h 4811539"/>
              <a:gd name="connsiteX30" fmla="*/ 943322 w 6362791"/>
              <a:gd name="connsiteY30" fmla="*/ 3665616 h 4811539"/>
              <a:gd name="connsiteX31" fmla="*/ 1317484 w 6362791"/>
              <a:gd name="connsiteY31" fmla="*/ 3650605 h 4811539"/>
              <a:gd name="connsiteX32" fmla="*/ 1564163 w 6362791"/>
              <a:gd name="connsiteY32" fmla="*/ 3656558 h 4811539"/>
              <a:gd name="connsiteX33" fmla="*/ 1823626 w 6362791"/>
              <a:gd name="connsiteY33" fmla="*/ 3373313 h 4811539"/>
              <a:gd name="connsiteX34" fmla="*/ 1741721 w 6362791"/>
              <a:gd name="connsiteY34" fmla="*/ 3064208 h 4811539"/>
              <a:gd name="connsiteX35" fmla="*/ 1696354 w 6362791"/>
              <a:gd name="connsiteY35" fmla="*/ 2954413 h 4811539"/>
              <a:gd name="connsiteX36" fmla="*/ 1739833 w 6362791"/>
              <a:gd name="connsiteY36" fmla="*/ 2515225 h 4811539"/>
              <a:gd name="connsiteX37" fmla="*/ 1943758 w 6362791"/>
              <a:gd name="connsiteY37" fmla="*/ 2138959 h 4811539"/>
              <a:gd name="connsiteX38" fmla="*/ 1974340 w 6362791"/>
              <a:gd name="connsiteY38" fmla="*/ 1830825 h 4811539"/>
              <a:gd name="connsiteX39" fmla="*/ 1880404 w 6362791"/>
              <a:gd name="connsiteY39" fmla="*/ 1765846 h 4811539"/>
              <a:gd name="connsiteX40" fmla="*/ 1518721 w 6362791"/>
              <a:gd name="connsiteY40" fmla="*/ 1825186 h 4811539"/>
              <a:gd name="connsiteX41" fmla="*/ 1434556 w 6362791"/>
              <a:gd name="connsiteY41" fmla="*/ 1771132 h 4811539"/>
              <a:gd name="connsiteX42" fmla="*/ 1487120 w 6362791"/>
              <a:gd name="connsiteY42" fmla="*/ 1685359 h 4811539"/>
              <a:gd name="connsiteX43" fmla="*/ 1717441 w 6362791"/>
              <a:gd name="connsiteY43" fmla="*/ 1634991 h 4811539"/>
              <a:gd name="connsiteX44" fmla="*/ 1769938 w 6362791"/>
              <a:gd name="connsiteY44" fmla="*/ 1525806 h 4811539"/>
              <a:gd name="connsiteX45" fmla="*/ 1514021 w 6362791"/>
              <a:gd name="connsiteY45" fmla="*/ 1587671 h 4811539"/>
              <a:gd name="connsiteX46" fmla="*/ 1404384 w 6362791"/>
              <a:gd name="connsiteY46" fmla="*/ 1543837 h 4811539"/>
              <a:gd name="connsiteX47" fmla="*/ 1454079 w 6362791"/>
              <a:gd name="connsiteY47" fmla="*/ 1445015 h 4811539"/>
              <a:gd name="connsiteX48" fmla="*/ 2629508 w 6362791"/>
              <a:gd name="connsiteY48" fmla="*/ 1089809 h 4811539"/>
              <a:gd name="connsiteX49" fmla="*/ 3868922 w 6362791"/>
              <a:gd name="connsiteY49" fmla="*/ 716258 h 4811539"/>
              <a:gd name="connsiteX50" fmla="*/ 4912609 w 6362791"/>
              <a:gd name="connsiteY50" fmla="*/ 402448 h 4811539"/>
              <a:gd name="connsiteX51" fmla="*/ 5793285 w 6362791"/>
              <a:gd name="connsiteY51" fmla="*/ 141587 h 4811539"/>
              <a:gd name="connsiteX52" fmla="*/ 6244147 w 6362791"/>
              <a:gd name="connsiteY52" fmla="*/ 4979 h 4811539"/>
              <a:gd name="connsiteX53" fmla="*/ 6359694 w 6362791"/>
              <a:gd name="connsiteY53" fmla="*/ 46068 h 4811539"/>
              <a:gd name="connsiteX54" fmla="*/ 6359132 w 6362791"/>
              <a:gd name="connsiteY54" fmla="*/ 357820 h 4811539"/>
              <a:gd name="connsiteX55" fmla="*/ 6138629 w 6362791"/>
              <a:gd name="connsiteY55" fmla="*/ 418018 h 4811539"/>
              <a:gd name="connsiteX56" fmla="*/ 4806690 w 6362791"/>
              <a:gd name="connsiteY56" fmla="*/ 759896 h 4811539"/>
              <a:gd name="connsiteX57" fmla="*/ 3445981 w 6362791"/>
              <a:gd name="connsiteY57" fmla="*/ 1104258 h 4811539"/>
              <a:gd name="connsiteX58" fmla="*/ 2541292 w 6362791"/>
              <a:gd name="connsiteY58" fmla="*/ 1331782 h 4811539"/>
              <a:gd name="connsiteX59" fmla="*/ 2129257 w 6362791"/>
              <a:gd name="connsiteY59" fmla="*/ 1433890 h 4811539"/>
              <a:gd name="connsiteX60" fmla="*/ 2325413 w 6362791"/>
              <a:gd name="connsiteY60" fmla="*/ 1519948 h 4811539"/>
              <a:gd name="connsiteX61" fmla="*/ 2479605 w 6362791"/>
              <a:gd name="connsiteY61" fmla="*/ 1983216 h 4811539"/>
              <a:gd name="connsiteX62" fmla="*/ 2347758 w 6362791"/>
              <a:gd name="connsiteY62" fmla="*/ 2363844 h 4811539"/>
              <a:gd name="connsiteX63" fmla="*/ 2291448 w 6362791"/>
              <a:gd name="connsiteY63" fmla="*/ 3033633 h 4811539"/>
              <a:gd name="connsiteX64" fmla="*/ 2208608 w 6362791"/>
              <a:gd name="connsiteY64" fmla="*/ 3684295 h 4811539"/>
              <a:gd name="connsiteX65" fmla="*/ 1922663 w 6362791"/>
              <a:gd name="connsiteY65" fmla="*/ 3971493 h 4811539"/>
              <a:gd name="connsiteX66" fmla="*/ 1875247 w 6362791"/>
              <a:gd name="connsiteY66" fmla="*/ 3974464 h 4811539"/>
              <a:gd name="connsiteX67" fmla="*/ 1878240 w 6362791"/>
              <a:gd name="connsiteY67" fmla="*/ 3925735 h 4811539"/>
              <a:gd name="connsiteX68" fmla="*/ 1962872 w 6362791"/>
              <a:gd name="connsiteY68" fmla="*/ 3810806 h 4811539"/>
              <a:gd name="connsiteX69" fmla="*/ 2143880 w 6362791"/>
              <a:gd name="connsiteY69" fmla="*/ 3510083 h 4811539"/>
              <a:gd name="connsiteX70" fmla="*/ 2125692 w 6362791"/>
              <a:gd name="connsiteY70" fmla="*/ 3050006 h 4811539"/>
              <a:gd name="connsiteX71" fmla="*/ 2110983 w 6362791"/>
              <a:gd name="connsiteY71" fmla="*/ 2460971 h 4811539"/>
              <a:gd name="connsiteX72" fmla="*/ 2237864 w 6362791"/>
              <a:gd name="connsiteY72" fmla="*/ 2163286 h 4811539"/>
              <a:gd name="connsiteX73" fmla="*/ 2308054 w 6362791"/>
              <a:gd name="connsiteY73" fmla="*/ 1817862 h 4811539"/>
              <a:gd name="connsiteX74" fmla="*/ 2156416 w 6362791"/>
              <a:gd name="connsiteY74" fmla="*/ 1571774 h 4811539"/>
              <a:gd name="connsiteX75" fmla="*/ 2013910 w 6362791"/>
              <a:gd name="connsiteY75" fmla="*/ 1587433 h 4811539"/>
              <a:gd name="connsiteX76" fmla="*/ 2096064 w 6362791"/>
              <a:gd name="connsiteY76" fmla="*/ 1713820 h 4811539"/>
              <a:gd name="connsiteX77" fmla="*/ 2059467 w 6362791"/>
              <a:gd name="connsiteY77" fmla="*/ 2300713 h 4811539"/>
              <a:gd name="connsiteX78" fmla="*/ 1891128 w 6362791"/>
              <a:gd name="connsiteY78" fmla="*/ 2604560 h 4811539"/>
              <a:gd name="connsiteX79" fmla="*/ 1863607 w 6362791"/>
              <a:gd name="connsiteY79" fmla="*/ 2922381 h 4811539"/>
              <a:gd name="connsiteX80" fmla="*/ 1952052 w 6362791"/>
              <a:gd name="connsiteY80" fmla="*/ 3163468 h 4811539"/>
              <a:gd name="connsiteX81" fmla="*/ 1901433 w 6362791"/>
              <a:gd name="connsiteY81" fmla="*/ 3594855 h 4811539"/>
              <a:gd name="connsiteX82" fmla="*/ 1418693 w 6362791"/>
              <a:gd name="connsiteY82" fmla="*/ 3808930 h 4811539"/>
              <a:gd name="connsiteX83" fmla="*/ 1076800 w 6362791"/>
              <a:gd name="connsiteY83" fmla="*/ 3802567 h 4811539"/>
              <a:gd name="connsiteX84" fmla="*/ 708949 w 6362791"/>
              <a:gd name="connsiteY84" fmla="*/ 3980484 h 4811539"/>
              <a:gd name="connsiteX85" fmla="*/ 634460 w 6362791"/>
              <a:gd name="connsiteY85" fmla="*/ 4132599 h 4811539"/>
              <a:gd name="connsiteX86" fmla="*/ 768911 w 6362791"/>
              <a:gd name="connsiteY86" fmla="*/ 4133037 h 4811539"/>
              <a:gd name="connsiteX87" fmla="*/ 819797 w 6362791"/>
              <a:gd name="connsiteY87" fmla="*/ 4095680 h 4811539"/>
              <a:gd name="connsiteX88" fmla="*/ 962731 w 6362791"/>
              <a:gd name="connsiteY88" fmla="*/ 3906351 h 4811539"/>
              <a:gd name="connsiteX89" fmla="*/ 1260153 w 6362791"/>
              <a:gd name="connsiteY89" fmla="*/ 3817578 h 4811539"/>
              <a:gd name="connsiteX90" fmla="*/ 1777755 w 6362791"/>
              <a:gd name="connsiteY90" fmla="*/ 3943089 h 4811539"/>
              <a:gd name="connsiteX91" fmla="*/ 2181697 w 6362791"/>
              <a:gd name="connsiteY91" fmla="*/ 4323699 h 4811539"/>
              <a:gd name="connsiteX92" fmla="*/ 2230676 w 6362791"/>
              <a:gd name="connsiteY92" fmla="*/ 4347054 h 4811539"/>
              <a:gd name="connsiteX93" fmla="*/ 2333840 w 6362791"/>
              <a:gd name="connsiteY93" fmla="*/ 4330357 h 4811539"/>
              <a:gd name="connsiteX94" fmla="*/ 2637430 w 6362791"/>
              <a:gd name="connsiteY94" fmla="*/ 4156402 h 4811539"/>
              <a:gd name="connsiteX95" fmla="*/ 2689708 w 6362791"/>
              <a:gd name="connsiteY95" fmla="*/ 3505482 h 4811539"/>
              <a:gd name="connsiteX96" fmla="*/ 2513132 w 6362791"/>
              <a:gd name="connsiteY96" fmla="*/ 3190052 h 4811539"/>
              <a:gd name="connsiteX97" fmla="*/ 2374144 w 6362791"/>
              <a:gd name="connsiteY97" fmla="*/ 2824140 h 4811539"/>
              <a:gd name="connsiteX98" fmla="*/ 2472761 w 6362791"/>
              <a:gd name="connsiteY98" fmla="*/ 2369902 h 4811539"/>
              <a:gd name="connsiteX99" fmla="*/ 2636448 w 6362791"/>
              <a:gd name="connsiteY99" fmla="*/ 1969728 h 4811539"/>
              <a:gd name="connsiteX100" fmla="*/ 2373649 w 6362791"/>
              <a:gd name="connsiteY100" fmla="*/ 1477905 h 4811539"/>
              <a:gd name="connsiteX101" fmla="*/ 2330246 w 6362791"/>
              <a:gd name="connsiteY101" fmla="*/ 1441234 h 4811539"/>
              <a:gd name="connsiteX102" fmla="*/ 2372553 w 6362791"/>
              <a:gd name="connsiteY102" fmla="*/ 1395876 h 4811539"/>
              <a:gd name="connsiteX103" fmla="*/ 2565362 w 6362791"/>
              <a:gd name="connsiteY103" fmla="*/ 1415287 h 4811539"/>
              <a:gd name="connsiteX104" fmla="*/ 2704922 w 6362791"/>
              <a:gd name="connsiteY104" fmla="*/ 1431747 h 4811539"/>
              <a:gd name="connsiteX105" fmla="*/ 2760298 w 6362791"/>
              <a:gd name="connsiteY105" fmla="*/ 1417764 h 4811539"/>
              <a:gd name="connsiteX106" fmla="*/ 3956309 w 6362791"/>
              <a:gd name="connsiteY106" fmla="*/ 1163542 h 4811539"/>
              <a:gd name="connsiteX107" fmla="*/ 5046049 w 6362791"/>
              <a:gd name="connsiteY107" fmla="*/ 936571 h 4811539"/>
              <a:gd name="connsiteX108" fmla="*/ 6267273 w 6362791"/>
              <a:gd name="connsiteY108" fmla="*/ 689148 h 4811539"/>
              <a:gd name="connsiteX109" fmla="*/ 6362792 w 6362791"/>
              <a:gd name="connsiteY109" fmla="*/ 713847 h 4811539"/>
              <a:gd name="connsiteX110" fmla="*/ 6362792 w 6362791"/>
              <a:gd name="connsiteY110" fmla="*/ 1033230 h 4811539"/>
              <a:gd name="connsiteX111" fmla="*/ 476760 w 6362791"/>
              <a:gd name="connsiteY111" fmla="*/ 4315564 h 4811539"/>
              <a:gd name="connsiteX112" fmla="*/ 289078 w 6362791"/>
              <a:gd name="connsiteY112" fmla="*/ 4381754 h 4811539"/>
              <a:gd name="connsiteX113" fmla="*/ 133427 w 6362791"/>
              <a:gd name="connsiteY113" fmla="*/ 4516494 h 4811539"/>
              <a:gd name="connsiteX114" fmla="*/ 186324 w 6362791"/>
              <a:gd name="connsiteY114" fmla="*/ 4607515 h 4811539"/>
              <a:gd name="connsiteX115" fmla="*/ 296304 w 6362791"/>
              <a:gd name="connsiteY115" fmla="*/ 4583084 h 4811539"/>
              <a:gd name="connsiteX116" fmla="*/ 490086 w 6362791"/>
              <a:gd name="connsiteY116" fmla="*/ 4430893 h 4811539"/>
              <a:gd name="connsiteX117" fmla="*/ 775031 w 6362791"/>
              <a:gd name="connsiteY117" fmla="*/ 4432617 h 4811539"/>
              <a:gd name="connsiteX118" fmla="*/ 1108544 w 6362791"/>
              <a:gd name="connsiteY118" fmla="*/ 4596809 h 4811539"/>
              <a:gd name="connsiteX119" fmla="*/ 1677784 w 6362791"/>
              <a:gd name="connsiteY119" fmla="*/ 4530782 h 4811539"/>
              <a:gd name="connsiteX120" fmla="*/ 1698070 w 6362791"/>
              <a:gd name="connsiteY120" fmla="*/ 4511913 h 4811539"/>
              <a:gd name="connsiteX121" fmla="*/ 1678976 w 6362791"/>
              <a:gd name="connsiteY121" fmla="*/ 4500578 h 4811539"/>
              <a:gd name="connsiteX122" fmla="*/ 1023712 w 6362791"/>
              <a:gd name="connsiteY122" fmla="*/ 4308592 h 4811539"/>
              <a:gd name="connsiteX123" fmla="*/ 476760 w 6362791"/>
              <a:gd name="connsiteY123" fmla="*/ 4315564 h 4811539"/>
              <a:gd name="connsiteX124" fmla="*/ 3679572 w 6362791"/>
              <a:gd name="connsiteY124" fmla="*/ 896308 h 4811539"/>
              <a:gd name="connsiteX125" fmla="*/ 3132582 w 6362791"/>
              <a:gd name="connsiteY125" fmla="*/ 1059310 h 4811539"/>
              <a:gd name="connsiteX126" fmla="*/ 3312989 w 6362791"/>
              <a:gd name="connsiteY126" fmla="*/ 1017476 h 4811539"/>
              <a:gd name="connsiteX127" fmla="*/ 4755156 w 6362791"/>
              <a:gd name="connsiteY127" fmla="*/ 646722 h 4811539"/>
              <a:gd name="connsiteX128" fmla="*/ 5551962 w 6362791"/>
              <a:gd name="connsiteY128" fmla="*/ 441312 h 4811539"/>
              <a:gd name="connsiteX129" fmla="*/ 6262174 w 6362791"/>
              <a:gd name="connsiteY129" fmla="*/ 261472 h 4811539"/>
              <a:gd name="connsiteX130" fmla="*/ 6301897 w 6362791"/>
              <a:gd name="connsiteY130" fmla="*/ 232982 h 4811539"/>
              <a:gd name="connsiteX131" fmla="*/ 6209076 w 6362791"/>
              <a:gd name="connsiteY131" fmla="*/ 144687 h 4811539"/>
              <a:gd name="connsiteX132" fmla="*/ 5575442 w 6362791"/>
              <a:gd name="connsiteY132" fmla="*/ 334592 h 4811539"/>
              <a:gd name="connsiteX133" fmla="*/ 4544739 w 6362791"/>
              <a:gd name="connsiteY133" fmla="*/ 641405 h 4811539"/>
              <a:gd name="connsiteX134" fmla="*/ 3679572 w 6362791"/>
              <a:gd name="connsiteY134" fmla="*/ 896308 h 4811539"/>
              <a:gd name="connsiteX135" fmla="*/ 5377427 w 6362791"/>
              <a:gd name="connsiteY135" fmla="*/ 992597 h 4811539"/>
              <a:gd name="connsiteX136" fmla="*/ 4571211 w 6362791"/>
              <a:gd name="connsiteY136" fmla="*/ 1158608 h 4811539"/>
              <a:gd name="connsiteX137" fmla="*/ 3304057 w 6362791"/>
              <a:gd name="connsiteY137" fmla="*/ 1421736 h 4811539"/>
              <a:gd name="connsiteX138" fmla="*/ 3081677 w 6362791"/>
              <a:gd name="connsiteY138" fmla="*/ 1466113 h 4811539"/>
              <a:gd name="connsiteX139" fmla="*/ 3199044 w 6362791"/>
              <a:gd name="connsiteY139" fmla="*/ 1453664 h 4811539"/>
              <a:gd name="connsiteX140" fmla="*/ 4057032 w 6362791"/>
              <a:gd name="connsiteY140" fmla="*/ 1304845 h 4811539"/>
              <a:gd name="connsiteX141" fmla="*/ 4981120 w 6362791"/>
              <a:gd name="connsiteY141" fmla="*/ 1148997 h 4811539"/>
              <a:gd name="connsiteX142" fmla="*/ 5769167 w 6362791"/>
              <a:gd name="connsiteY142" fmla="*/ 1015895 h 4811539"/>
              <a:gd name="connsiteX143" fmla="*/ 6271163 w 6362791"/>
              <a:gd name="connsiteY143" fmla="*/ 931875 h 4811539"/>
              <a:gd name="connsiteX144" fmla="*/ 6310075 w 6362791"/>
              <a:gd name="connsiteY144" fmla="*/ 911224 h 4811539"/>
              <a:gd name="connsiteX145" fmla="*/ 6294680 w 6362791"/>
              <a:gd name="connsiteY145" fmla="*/ 824242 h 4811539"/>
              <a:gd name="connsiteX146" fmla="*/ 6233260 w 6362791"/>
              <a:gd name="connsiteY146" fmla="*/ 815498 h 4811539"/>
              <a:gd name="connsiteX147" fmla="*/ 5377427 w 6362791"/>
              <a:gd name="connsiteY147" fmla="*/ 992597 h 4811539"/>
              <a:gd name="connsiteX148" fmla="*/ 2437156 w 6362791"/>
              <a:gd name="connsiteY148" fmla="*/ 4631013 h 4811539"/>
              <a:gd name="connsiteX149" fmla="*/ 2571692 w 6362791"/>
              <a:gd name="connsiteY149" fmla="*/ 4659779 h 4811539"/>
              <a:gd name="connsiteX150" fmla="*/ 2867733 w 6362791"/>
              <a:gd name="connsiteY150" fmla="*/ 4639938 h 4811539"/>
              <a:gd name="connsiteX151" fmla="*/ 2904138 w 6362791"/>
              <a:gd name="connsiteY151" fmla="*/ 4411957 h 4811539"/>
              <a:gd name="connsiteX152" fmla="*/ 2738583 w 6362791"/>
              <a:gd name="connsiteY152" fmla="*/ 4320193 h 4811539"/>
              <a:gd name="connsiteX153" fmla="*/ 2651186 w 6362791"/>
              <a:gd name="connsiteY153" fmla="*/ 4326690 h 4811539"/>
              <a:gd name="connsiteX154" fmla="*/ 2429444 w 6362791"/>
              <a:gd name="connsiteY154" fmla="*/ 4440685 h 4811539"/>
              <a:gd name="connsiteX155" fmla="*/ 2194070 w 6362791"/>
              <a:gd name="connsiteY155" fmla="*/ 4498416 h 4811539"/>
              <a:gd name="connsiteX156" fmla="*/ 2146530 w 6362791"/>
              <a:gd name="connsiteY156" fmla="*/ 4529553 h 4811539"/>
              <a:gd name="connsiteX157" fmla="*/ 2437156 w 6362791"/>
              <a:gd name="connsiteY157" fmla="*/ 4631013 h 4811539"/>
              <a:gd name="connsiteX158" fmla="*/ 1362231 w 6362791"/>
              <a:gd name="connsiteY158" fmla="*/ 4217924 h 4811539"/>
              <a:gd name="connsiteX159" fmla="*/ 1853045 w 6362791"/>
              <a:gd name="connsiteY159" fmla="*/ 4408424 h 4811539"/>
              <a:gd name="connsiteX160" fmla="*/ 2114538 w 6362791"/>
              <a:gd name="connsiteY160" fmla="*/ 4377229 h 4811539"/>
              <a:gd name="connsiteX161" fmla="*/ 1821339 w 6362791"/>
              <a:gd name="connsiteY161" fmla="*/ 4108729 h 4811539"/>
              <a:gd name="connsiteX162" fmla="*/ 1787392 w 6362791"/>
              <a:gd name="connsiteY162" fmla="*/ 4113520 h 4811539"/>
              <a:gd name="connsiteX163" fmla="*/ 1539283 w 6362791"/>
              <a:gd name="connsiteY163" fmla="*/ 4173728 h 4811539"/>
              <a:gd name="connsiteX164" fmla="*/ 1307941 w 6362791"/>
              <a:gd name="connsiteY164" fmla="*/ 4154525 h 4811539"/>
              <a:gd name="connsiteX165" fmla="*/ 1228753 w 6362791"/>
              <a:gd name="connsiteY165" fmla="*/ 4185310 h 4811539"/>
              <a:gd name="connsiteX166" fmla="*/ 1362231 w 6362791"/>
              <a:gd name="connsiteY166" fmla="*/ 4217924 h 4811539"/>
              <a:gd name="connsiteX167" fmla="*/ 1406739 w 6362791"/>
              <a:gd name="connsiteY167" fmla="*/ 4020013 h 4811539"/>
              <a:gd name="connsiteX168" fmla="*/ 1669396 w 6362791"/>
              <a:gd name="connsiteY168" fmla="*/ 4042216 h 4811539"/>
              <a:gd name="connsiteX169" fmla="*/ 1652542 w 6362791"/>
              <a:gd name="connsiteY169" fmla="*/ 4023947 h 4811539"/>
              <a:gd name="connsiteX170" fmla="*/ 1373374 w 6362791"/>
              <a:gd name="connsiteY170" fmla="*/ 3947699 h 4811539"/>
              <a:gd name="connsiteX171" fmla="*/ 1051004 w 6362791"/>
              <a:gd name="connsiteY171" fmla="*/ 3983561 h 4811539"/>
              <a:gd name="connsiteX172" fmla="*/ 900043 w 6362791"/>
              <a:gd name="connsiteY172" fmla="*/ 4130274 h 4811539"/>
              <a:gd name="connsiteX173" fmla="*/ 1082596 w 6362791"/>
              <a:gd name="connsiteY173" fmla="*/ 4154792 h 4811539"/>
              <a:gd name="connsiteX174" fmla="*/ 1100194 w 6362791"/>
              <a:gd name="connsiteY174" fmla="*/ 4140609 h 4811539"/>
              <a:gd name="connsiteX175" fmla="*/ 1406739 w 6362791"/>
              <a:gd name="connsiteY175" fmla="*/ 4020013 h 4811539"/>
              <a:gd name="connsiteX176" fmla="*/ 1977314 w 6362791"/>
              <a:gd name="connsiteY176" fmla="*/ 1471361 h 4811539"/>
              <a:gd name="connsiteX177" fmla="*/ 1835724 w 6362791"/>
              <a:gd name="connsiteY177" fmla="*/ 1508137 h 4811539"/>
              <a:gd name="connsiteX178" fmla="*/ 1980078 w 6362791"/>
              <a:gd name="connsiteY178" fmla="*/ 1555210 h 4811539"/>
              <a:gd name="connsiteX179" fmla="*/ 2065931 w 6362791"/>
              <a:gd name="connsiteY179" fmla="*/ 1448311 h 4811539"/>
              <a:gd name="connsiteX180" fmla="*/ 1977314 w 6362791"/>
              <a:gd name="connsiteY180" fmla="*/ 1471361 h 481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</a:cxnLst>
            <a:rect l="l" t="t" r="r" b="b"/>
            <a:pathLst>
              <a:path w="6362791" h="4811539">
                <a:moveTo>
                  <a:pt x="6362792" y="1033230"/>
                </a:moveTo>
                <a:cubicBezTo>
                  <a:pt x="6031356" y="1094524"/>
                  <a:pt x="5700045" y="1152083"/>
                  <a:pt x="5368447" y="1207966"/>
                </a:cubicBezTo>
                <a:cubicBezTo>
                  <a:pt x="5090061" y="1254887"/>
                  <a:pt x="4811342" y="1299787"/>
                  <a:pt x="4532794" y="1345736"/>
                </a:cubicBezTo>
                <a:cubicBezTo>
                  <a:pt x="4232264" y="1395304"/>
                  <a:pt x="3931762" y="1444986"/>
                  <a:pt x="3631260" y="1494726"/>
                </a:cubicBezTo>
                <a:cubicBezTo>
                  <a:pt x="3355801" y="1540322"/>
                  <a:pt x="3080361" y="1586042"/>
                  <a:pt x="2804911" y="1631734"/>
                </a:cubicBezTo>
                <a:cubicBezTo>
                  <a:pt x="2797247" y="1633000"/>
                  <a:pt x="2789630" y="1634553"/>
                  <a:pt x="2782490" y="1635877"/>
                </a:cubicBezTo>
                <a:cubicBezTo>
                  <a:pt x="2775379" y="1652584"/>
                  <a:pt x="2783854" y="1665233"/>
                  <a:pt x="2788582" y="1678187"/>
                </a:cubicBezTo>
                <a:cubicBezTo>
                  <a:pt x="2830326" y="1792516"/>
                  <a:pt x="2826646" y="1908159"/>
                  <a:pt x="2800517" y="2024964"/>
                </a:cubicBezTo>
                <a:cubicBezTo>
                  <a:pt x="2765246" y="2182679"/>
                  <a:pt x="2693769" y="2326592"/>
                  <a:pt x="2631396" y="2474029"/>
                </a:cubicBezTo>
                <a:cubicBezTo>
                  <a:pt x="2618431" y="2504671"/>
                  <a:pt x="2607726" y="2536266"/>
                  <a:pt x="2594904" y="2566974"/>
                </a:cubicBezTo>
                <a:cubicBezTo>
                  <a:pt x="2527279" y="2728928"/>
                  <a:pt x="2552026" y="2884376"/>
                  <a:pt x="2630443" y="3034547"/>
                </a:cubicBezTo>
                <a:cubicBezTo>
                  <a:pt x="2684770" y="3138589"/>
                  <a:pt x="2745789" y="3239182"/>
                  <a:pt x="2799182" y="3343681"/>
                </a:cubicBezTo>
                <a:cubicBezTo>
                  <a:pt x="2898095" y="3537286"/>
                  <a:pt x="2940058" y="3740254"/>
                  <a:pt x="2886417" y="3956072"/>
                </a:cubicBezTo>
                <a:cubicBezTo>
                  <a:pt x="2863176" y="4049560"/>
                  <a:pt x="2823596" y="4135408"/>
                  <a:pt x="2764436" y="4211913"/>
                </a:cubicBezTo>
                <a:cubicBezTo>
                  <a:pt x="2754969" y="4224153"/>
                  <a:pt x="2741128" y="4233726"/>
                  <a:pt x="2738068" y="4256452"/>
                </a:cubicBezTo>
                <a:cubicBezTo>
                  <a:pt x="2823148" y="4247832"/>
                  <a:pt x="2901726" y="4264301"/>
                  <a:pt x="2971192" y="4314517"/>
                </a:cubicBezTo>
                <a:cubicBezTo>
                  <a:pt x="3035529" y="4361018"/>
                  <a:pt x="3081495" y="4420216"/>
                  <a:pt x="3093249" y="4500226"/>
                </a:cubicBezTo>
                <a:cubicBezTo>
                  <a:pt x="3108073" y="4601181"/>
                  <a:pt x="3064823" y="4677686"/>
                  <a:pt x="2981392" y="4729721"/>
                </a:cubicBezTo>
                <a:cubicBezTo>
                  <a:pt x="2860507" y="4805102"/>
                  <a:pt x="2725780" y="4820789"/>
                  <a:pt x="2586840" y="4807064"/>
                </a:cubicBezTo>
                <a:cubicBezTo>
                  <a:pt x="2375736" y="4786214"/>
                  <a:pt x="2178093" y="4717920"/>
                  <a:pt x="1987562" y="4628603"/>
                </a:cubicBezTo>
                <a:cubicBezTo>
                  <a:pt x="1939831" y="4606229"/>
                  <a:pt x="1901538" y="4607963"/>
                  <a:pt x="1853636" y="4628346"/>
                </a:cubicBezTo>
                <a:cubicBezTo>
                  <a:pt x="1667289" y="4707613"/>
                  <a:pt x="1476405" y="4769650"/>
                  <a:pt x="1269543" y="4765135"/>
                </a:cubicBezTo>
                <a:cubicBezTo>
                  <a:pt x="1048097" y="4760296"/>
                  <a:pt x="852951" y="4689830"/>
                  <a:pt x="686728" y="4542355"/>
                </a:cubicBezTo>
                <a:cubicBezTo>
                  <a:pt x="635452" y="4496863"/>
                  <a:pt x="618493" y="4495444"/>
                  <a:pt x="563193" y="4536230"/>
                </a:cubicBezTo>
                <a:cubicBezTo>
                  <a:pt x="493070" y="4587941"/>
                  <a:pt x="429973" y="4649387"/>
                  <a:pt x="349859" y="4687192"/>
                </a:cubicBezTo>
                <a:cubicBezTo>
                  <a:pt x="294121" y="4713500"/>
                  <a:pt x="236257" y="4727616"/>
                  <a:pt x="174618" y="4720082"/>
                </a:cubicBezTo>
                <a:cubicBezTo>
                  <a:pt x="19634" y="4701117"/>
                  <a:pt x="-45732" y="4565739"/>
                  <a:pt x="34315" y="4430398"/>
                </a:cubicBezTo>
                <a:cubicBezTo>
                  <a:pt x="97345" y="4323823"/>
                  <a:pt x="196219" y="4262167"/>
                  <a:pt x="307114" y="4217638"/>
                </a:cubicBezTo>
                <a:cubicBezTo>
                  <a:pt x="356980" y="4197616"/>
                  <a:pt x="409582" y="4184110"/>
                  <a:pt x="461421" y="4169327"/>
                </a:cubicBezTo>
                <a:cubicBezTo>
                  <a:pt x="481631" y="4163564"/>
                  <a:pt x="496235" y="4156868"/>
                  <a:pt x="497160" y="4132580"/>
                </a:cubicBezTo>
                <a:cubicBezTo>
                  <a:pt x="506225" y="3895645"/>
                  <a:pt x="726699" y="3718975"/>
                  <a:pt x="943322" y="3665616"/>
                </a:cubicBezTo>
                <a:cubicBezTo>
                  <a:pt x="1066772" y="3635213"/>
                  <a:pt x="1191994" y="3642223"/>
                  <a:pt x="1317484" y="3650605"/>
                </a:cubicBezTo>
                <a:cubicBezTo>
                  <a:pt x="1399418" y="3656082"/>
                  <a:pt x="1480628" y="3669255"/>
                  <a:pt x="1564163" y="3656558"/>
                </a:cubicBezTo>
                <a:cubicBezTo>
                  <a:pt x="1713666" y="3633813"/>
                  <a:pt x="1814237" y="3524637"/>
                  <a:pt x="1823626" y="3373313"/>
                </a:cubicBezTo>
                <a:cubicBezTo>
                  <a:pt x="1830652" y="3259928"/>
                  <a:pt x="1784780" y="3163068"/>
                  <a:pt x="1741721" y="3064208"/>
                </a:cubicBezTo>
                <a:cubicBezTo>
                  <a:pt x="1725916" y="3027908"/>
                  <a:pt x="1711397" y="2991046"/>
                  <a:pt x="1696354" y="2954413"/>
                </a:cubicBezTo>
                <a:cubicBezTo>
                  <a:pt x="1633104" y="2800318"/>
                  <a:pt x="1669014" y="2656528"/>
                  <a:pt x="1739833" y="2515225"/>
                </a:cubicBezTo>
                <a:cubicBezTo>
                  <a:pt x="1803798" y="2387590"/>
                  <a:pt x="1892081" y="2273271"/>
                  <a:pt x="1943758" y="2138959"/>
                </a:cubicBezTo>
                <a:cubicBezTo>
                  <a:pt x="1982299" y="2038813"/>
                  <a:pt x="1994578" y="1936734"/>
                  <a:pt x="1974340" y="1830825"/>
                </a:cubicBezTo>
                <a:cubicBezTo>
                  <a:pt x="1960889" y="1760464"/>
                  <a:pt x="1952128" y="1753930"/>
                  <a:pt x="1880404" y="1765846"/>
                </a:cubicBezTo>
                <a:cubicBezTo>
                  <a:pt x="1759881" y="1785877"/>
                  <a:pt x="1639301" y="1805508"/>
                  <a:pt x="1518721" y="1825186"/>
                </a:cubicBezTo>
                <a:cubicBezTo>
                  <a:pt x="1471638" y="1832873"/>
                  <a:pt x="1445280" y="1815814"/>
                  <a:pt x="1434556" y="1771132"/>
                </a:cubicBezTo>
                <a:cubicBezTo>
                  <a:pt x="1424108" y="1727565"/>
                  <a:pt x="1441352" y="1696351"/>
                  <a:pt x="1487120" y="1685359"/>
                </a:cubicBezTo>
                <a:cubicBezTo>
                  <a:pt x="1562629" y="1667214"/>
                  <a:pt x="1638843" y="1652012"/>
                  <a:pt x="1717441" y="1634991"/>
                </a:cubicBezTo>
                <a:cubicBezTo>
                  <a:pt x="1685430" y="1579070"/>
                  <a:pt x="1728642" y="1558010"/>
                  <a:pt x="1769938" y="1525806"/>
                </a:cubicBezTo>
                <a:cubicBezTo>
                  <a:pt x="1678090" y="1548056"/>
                  <a:pt x="1596175" y="1568373"/>
                  <a:pt x="1514021" y="1587671"/>
                </a:cubicBezTo>
                <a:cubicBezTo>
                  <a:pt x="1450638" y="1602558"/>
                  <a:pt x="1422964" y="1590948"/>
                  <a:pt x="1404384" y="1543837"/>
                </a:cubicBezTo>
                <a:cubicBezTo>
                  <a:pt x="1385891" y="1496955"/>
                  <a:pt x="1405023" y="1459826"/>
                  <a:pt x="1454079" y="1445015"/>
                </a:cubicBezTo>
                <a:cubicBezTo>
                  <a:pt x="1845924" y="1326724"/>
                  <a:pt x="2237654" y="1208071"/>
                  <a:pt x="2629508" y="1089809"/>
                </a:cubicBezTo>
                <a:cubicBezTo>
                  <a:pt x="3042592" y="965126"/>
                  <a:pt x="3455752" y="840682"/>
                  <a:pt x="3868922" y="716258"/>
                </a:cubicBezTo>
                <a:cubicBezTo>
                  <a:pt x="4216773" y="611507"/>
                  <a:pt x="4564529" y="506433"/>
                  <a:pt x="4912609" y="402448"/>
                </a:cubicBezTo>
                <a:cubicBezTo>
                  <a:pt x="5205961" y="314811"/>
                  <a:pt x="5499771" y="228698"/>
                  <a:pt x="5793285" y="141587"/>
                </a:cubicBezTo>
                <a:cubicBezTo>
                  <a:pt x="5943845" y="96905"/>
                  <a:pt x="6095102" y="54285"/>
                  <a:pt x="6244147" y="4979"/>
                </a:cubicBezTo>
                <a:cubicBezTo>
                  <a:pt x="6298245" y="-12921"/>
                  <a:pt x="6323012" y="21338"/>
                  <a:pt x="6359694" y="46068"/>
                </a:cubicBezTo>
                <a:cubicBezTo>
                  <a:pt x="6362792" y="148897"/>
                  <a:pt x="6362792" y="250695"/>
                  <a:pt x="6359132" y="357820"/>
                </a:cubicBezTo>
                <a:cubicBezTo>
                  <a:pt x="6283184" y="381425"/>
                  <a:pt x="6210849" y="399481"/>
                  <a:pt x="6138629" y="418018"/>
                </a:cubicBezTo>
                <a:cubicBezTo>
                  <a:pt x="5694649" y="531977"/>
                  <a:pt x="5250860" y="646687"/>
                  <a:pt x="4806690" y="759896"/>
                </a:cubicBezTo>
                <a:cubicBezTo>
                  <a:pt x="4353311" y="875449"/>
                  <a:pt x="3899617" y="989720"/>
                  <a:pt x="3445981" y="1104258"/>
                </a:cubicBezTo>
                <a:cubicBezTo>
                  <a:pt x="3144488" y="1180382"/>
                  <a:pt x="2842900" y="1256115"/>
                  <a:pt x="2541292" y="1331782"/>
                </a:cubicBezTo>
                <a:cubicBezTo>
                  <a:pt x="2407700" y="1365300"/>
                  <a:pt x="2272087" y="1390761"/>
                  <a:pt x="2129257" y="1433890"/>
                </a:cubicBezTo>
                <a:cubicBezTo>
                  <a:pt x="2211630" y="1441729"/>
                  <a:pt x="2273250" y="1470952"/>
                  <a:pt x="2325413" y="1519948"/>
                </a:cubicBezTo>
                <a:cubicBezTo>
                  <a:pt x="2460235" y="1646612"/>
                  <a:pt x="2504639" y="1804288"/>
                  <a:pt x="2479605" y="1983216"/>
                </a:cubicBezTo>
                <a:cubicBezTo>
                  <a:pt x="2460721" y="2118233"/>
                  <a:pt x="2409626" y="2244124"/>
                  <a:pt x="2347758" y="2363844"/>
                </a:cubicBezTo>
                <a:cubicBezTo>
                  <a:pt x="2235700" y="2580681"/>
                  <a:pt x="2211096" y="2798013"/>
                  <a:pt x="2291448" y="3033633"/>
                </a:cubicBezTo>
                <a:cubicBezTo>
                  <a:pt x="2368330" y="3259108"/>
                  <a:pt x="2345956" y="3481536"/>
                  <a:pt x="2208608" y="3684295"/>
                </a:cubicBezTo>
                <a:cubicBezTo>
                  <a:pt x="2131564" y="3798024"/>
                  <a:pt x="2047056" y="3904808"/>
                  <a:pt x="1922663" y="3971493"/>
                </a:cubicBezTo>
                <a:cubicBezTo>
                  <a:pt x="1908058" y="3979322"/>
                  <a:pt x="1890461" y="3992410"/>
                  <a:pt x="1875247" y="3974464"/>
                </a:cubicBezTo>
                <a:cubicBezTo>
                  <a:pt x="1862225" y="3959091"/>
                  <a:pt x="1867878" y="3940441"/>
                  <a:pt x="1878240" y="3925735"/>
                </a:cubicBezTo>
                <a:cubicBezTo>
                  <a:pt x="1905637" y="3886854"/>
                  <a:pt x="1933683" y="3848373"/>
                  <a:pt x="1962872" y="3810806"/>
                </a:cubicBezTo>
                <a:cubicBezTo>
                  <a:pt x="2035216" y="3717699"/>
                  <a:pt x="2102775" y="3621087"/>
                  <a:pt x="2143880" y="3510083"/>
                </a:cubicBezTo>
                <a:cubicBezTo>
                  <a:pt x="2201210" y="3355263"/>
                  <a:pt x="2184843" y="3200492"/>
                  <a:pt x="2125692" y="3050006"/>
                </a:cubicBezTo>
                <a:cubicBezTo>
                  <a:pt x="2048943" y="2854791"/>
                  <a:pt x="2033710" y="2658719"/>
                  <a:pt x="2110983" y="2460971"/>
                </a:cubicBezTo>
                <a:cubicBezTo>
                  <a:pt x="2150220" y="2360558"/>
                  <a:pt x="2196206" y="2262794"/>
                  <a:pt x="2237864" y="2163286"/>
                </a:cubicBezTo>
                <a:cubicBezTo>
                  <a:pt x="2284079" y="2052900"/>
                  <a:pt x="2324984" y="1940448"/>
                  <a:pt x="2308054" y="1817862"/>
                </a:cubicBezTo>
                <a:cubicBezTo>
                  <a:pt x="2293802" y="1714706"/>
                  <a:pt x="2250914" y="1626514"/>
                  <a:pt x="2156416" y="1571774"/>
                </a:cubicBezTo>
                <a:cubicBezTo>
                  <a:pt x="2102784" y="1540703"/>
                  <a:pt x="2052928" y="1546247"/>
                  <a:pt x="2013910" y="1587433"/>
                </a:cubicBezTo>
                <a:cubicBezTo>
                  <a:pt x="2043271" y="1627886"/>
                  <a:pt x="2076150" y="1666328"/>
                  <a:pt x="2096064" y="1713820"/>
                </a:cubicBezTo>
                <a:cubicBezTo>
                  <a:pt x="2180724" y="1915750"/>
                  <a:pt x="2156921" y="2111203"/>
                  <a:pt x="2059467" y="2300713"/>
                </a:cubicBezTo>
                <a:cubicBezTo>
                  <a:pt x="2006541" y="2403630"/>
                  <a:pt x="1945989" y="2502595"/>
                  <a:pt x="1891128" y="2604560"/>
                </a:cubicBezTo>
                <a:cubicBezTo>
                  <a:pt x="1836582" y="2705963"/>
                  <a:pt x="1828097" y="2812538"/>
                  <a:pt x="1863607" y="2922381"/>
                </a:cubicBezTo>
                <a:cubicBezTo>
                  <a:pt x="1889956" y="3003886"/>
                  <a:pt x="1929459" y="3080515"/>
                  <a:pt x="1952052" y="3163468"/>
                </a:cubicBezTo>
                <a:cubicBezTo>
                  <a:pt x="1993129" y="3314230"/>
                  <a:pt x="1983663" y="3460953"/>
                  <a:pt x="1901433" y="3594855"/>
                </a:cubicBezTo>
                <a:cubicBezTo>
                  <a:pt x="1791139" y="3774459"/>
                  <a:pt x="1614754" y="3818236"/>
                  <a:pt x="1418693" y="3808930"/>
                </a:cubicBezTo>
                <a:cubicBezTo>
                  <a:pt x="1304719" y="3803519"/>
                  <a:pt x="1190974" y="3789480"/>
                  <a:pt x="1076800" y="3802567"/>
                </a:cubicBezTo>
                <a:cubicBezTo>
                  <a:pt x="933599" y="3818988"/>
                  <a:pt x="805783" y="3868299"/>
                  <a:pt x="708949" y="3980484"/>
                </a:cubicBezTo>
                <a:cubicBezTo>
                  <a:pt x="671295" y="4024118"/>
                  <a:pt x="649274" y="4075153"/>
                  <a:pt x="634460" y="4132599"/>
                </a:cubicBezTo>
                <a:cubicBezTo>
                  <a:pt x="684479" y="4132599"/>
                  <a:pt x="726757" y="4131332"/>
                  <a:pt x="768911" y="4133037"/>
                </a:cubicBezTo>
                <a:cubicBezTo>
                  <a:pt x="797442" y="4134189"/>
                  <a:pt x="812123" y="4123512"/>
                  <a:pt x="819797" y="4095680"/>
                </a:cubicBezTo>
                <a:cubicBezTo>
                  <a:pt x="842294" y="4014089"/>
                  <a:pt x="891655" y="3951557"/>
                  <a:pt x="962731" y="3906351"/>
                </a:cubicBezTo>
                <a:cubicBezTo>
                  <a:pt x="1053349" y="3848706"/>
                  <a:pt x="1153539" y="3821236"/>
                  <a:pt x="1260153" y="3817578"/>
                </a:cubicBezTo>
                <a:cubicBezTo>
                  <a:pt x="1444193" y="3811263"/>
                  <a:pt x="1615145" y="3862841"/>
                  <a:pt x="1777755" y="3943089"/>
                </a:cubicBezTo>
                <a:cubicBezTo>
                  <a:pt x="1950622" y="4028395"/>
                  <a:pt x="2099191" y="4141800"/>
                  <a:pt x="2181697" y="4323699"/>
                </a:cubicBezTo>
                <a:cubicBezTo>
                  <a:pt x="2192173" y="4346806"/>
                  <a:pt x="2206225" y="4352645"/>
                  <a:pt x="2230676" y="4347054"/>
                </a:cubicBezTo>
                <a:cubicBezTo>
                  <a:pt x="2264584" y="4339301"/>
                  <a:pt x="2299198" y="4332719"/>
                  <a:pt x="2333840" y="4330357"/>
                </a:cubicBezTo>
                <a:cubicBezTo>
                  <a:pt x="2463648" y="4321479"/>
                  <a:pt x="2563332" y="4258662"/>
                  <a:pt x="2637430" y="4156402"/>
                </a:cubicBezTo>
                <a:cubicBezTo>
                  <a:pt x="2786313" y="3950957"/>
                  <a:pt x="2781108" y="3730529"/>
                  <a:pt x="2689708" y="3505482"/>
                </a:cubicBezTo>
                <a:cubicBezTo>
                  <a:pt x="2644151" y="3393306"/>
                  <a:pt x="2573446" y="3294418"/>
                  <a:pt x="2513132" y="3190052"/>
                </a:cubicBezTo>
                <a:cubicBezTo>
                  <a:pt x="2447080" y="3075752"/>
                  <a:pt x="2387147" y="2959528"/>
                  <a:pt x="2374144" y="2824140"/>
                </a:cubicBezTo>
                <a:cubicBezTo>
                  <a:pt x="2358520" y="2661462"/>
                  <a:pt x="2407652" y="2514511"/>
                  <a:pt x="2472761" y="2369902"/>
                </a:cubicBezTo>
                <a:cubicBezTo>
                  <a:pt x="2531950" y="2238457"/>
                  <a:pt x="2599995" y="2110851"/>
                  <a:pt x="2636448" y="1969728"/>
                </a:cubicBezTo>
                <a:cubicBezTo>
                  <a:pt x="2695075" y="1742824"/>
                  <a:pt x="2590891" y="1518243"/>
                  <a:pt x="2373649" y="1477905"/>
                </a:cubicBezTo>
                <a:cubicBezTo>
                  <a:pt x="2353296" y="1474123"/>
                  <a:pt x="2330513" y="1466789"/>
                  <a:pt x="2330246" y="1441234"/>
                </a:cubicBezTo>
                <a:cubicBezTo>
                  <a:pt x="2329970" y="1415440"/>
                  <a:pt x="2350227" y="1403115"/>
                  <a:pt x="2372553" y="1395876"/>
                </a:cubicBezTo>
                <a:cubicBezTo>
                  <a:pt x="2439644" y="1374130"/>
                  <a:pt x="2507403" y="1378397"/>
                  <a:pt x="2565362" y="1415287"/>
                </a:cubicBezTo>
                <a:cubicBezTo>
                  <a:pt x="2612559" y="1445339"/>
                  <a:pt x="2655895" y="1446539"/>
                  <a:pt x="2704922" y="1431747"/>
                </a:cubicBezTo>
                <a:cubicBezTo>
                  <a:pt x="2723130" y="1426251"/>
                  <a:pt x="2741690" y="1421736"/>
                  <a:pt x="2760298" y="1417764"/>
                </a:cubicBezTo>
                <a:cubicBezTo>
                  <a:pt x="3158940" y="1332877"/>
                  <a:pt x="3557477" y="1247505"/>
                  <a:pt x="3956309" y="1163542"/>
                </a:cubicBezTo>
                <a:cubicBezTo>
                  <a:pt x="4319394" y="1087113"/>
                  <a:pt x="4682897" y="1012685"/>
                  <a:pt x="5046049" y="936571"/>
                </a:cubicBezTo>
                <a:cubicBezTo>
                  <a:pt x="5452574" y="851360"/>
                  <a:pt x="5859185" y="766636"/>
                  <a:pt x="6267273" y="689148"/>
                </a:cubicBezTo>
                <a:cubicBezTo>
                  <a:pt x="6304680" y="682047"/>
                  <a:pt x="6336396" y="684477"/>
                  <a:pt x="6362792" y="713847"/>
                </a:cubicBezTo>
                <a:cubicBezTo>
                  <a:pt x="6362792" y="818822"/>
                  <a:pt x="6362792" y="923797"/>
                  <a:pt x="6362792" y="1033230"/>
                </a:cubicBezTo>
                <a:moveTo>
                  <a:pt x="476760" y="4315564"/>
                </a:moveTo>
                <a:cubicBezTo>
                  <a:pt x="410202" y="4326280"/>
                  <a:pt x="348467" y="4351531"/>
                  <a:pt x="289078" y="4381754"/>
                </a:cubicBezTo>
                <a:cubicBezTo>
                  <a:pt x="226486" y="4413615"/>
                  <a:pt x="166992" y="4451076"/>
                  <a:pt x="133427" y="4516494"/>
                </a:cubicBezTo>
                <a:cubicBezTo>
                  <a:pt x="107078" y="4567843"/>
                  <a:pt x="129013" y="4603963"/>
                  <a:pt x="186324" y="4607515"/>
                </a:cubicBezTo>
                <a:cubicBezTo>
                  <a:pt x="225437" y="4609935"/>
                  <a:pt x="260833" y="4599343"/>
                  <a:pt x="296304" y="4583084"/>
                </a:cubicBezTo>
                <a:cubicBezTo>
                  <a:pt x="373424" y="4547736"/>
                  <a:pt x="425073" y="4481014"/>
                  <a:pt x="490086" y="4430893"/>
                </a:cubicBezTo>
                <a:cubicBezTo>
                  <a:pt x="599218" y="4346759"/>
                  <a:pt x="669112" y="4346521"/>
                  <a:pt x="775031" y="4432617"/>
                </a:cubicBezTo>
                <a:cubicBezTo>
                  <a:pt x="873857" y="4512961"/>
                  <a:pt x="982426" y="4574263"/>
                  <a:pt x="1108544" y="4596809"/>
                </a:cubicBezTo>
                <a:cubicBezTo>
                  <a:pt x="1304319" y="4631804"/>
                  <a:pt x="1493554" y="4600000"/>
                  <a:pt x="1677784" y="4530782"/>
                </a:cubicBezTo>
                <a:cubicBezTo>
                  <a:pt x="1685735" y="4527791"/>
                  <a:pt x="1697365" y="4527038"/>
                  <a:pt x="1698070" y="4511913"/>
                </a:cubicBezTo>
                <a:cubicBezTo>
                  <a:pt x="1692189" y="4508370"/>
                  <a:pt x="1686002" y="4503445"/>
                  <a:pt x="1678976" y="4500578"/>
                </a:cubicBezTo>
                <a:cubicBezTo>
                  <a:pt x="1467120" y="4414253"/>
                  <a:pt x="1250821" y="4342835"/>
                  <a:pt x="1023712" y="4308592"/>
                </a:cubicBezTo>
                <a:cubicBezTo>
                  <a:pt x="843790" y="4281455"/>
                  <a:pt x="663955" y="4274645"/>
                  <a:pt x="476760" y="4315564"/>
                </a:cubicBezTo>
                <a:moveTo>
                  <a:pt x="3679572" y="896308"/>
                </a:moveTo>
                <a:cubicBezTo>
                  <a:pt x="3497239" y="950639"/>
                  <a:pt x="3314915" y="1004970"/>
                  <a:pt x="3132582" y="1059310"/>
                </a:cubicBezTo>
                <a:cubicBezTo>
                  <a:pt x="3193916" y="1049585"/>
                  <a:pt x="3253276" y="1032849"/>
                  <a:pt x="3312989" y="1017476"/>
                </a:cubicBezTo>
                <a:cubicBezTo>
                  <a:pt x="3793670" y="893756"/>
                  <a:pt x="4274446" y="770383"/>
                  <a:pt x="4755156" y="646722"/>
                </a:cubicBezTo>
                <a:cubicBezTo>
                  <a:pt x="5020786" y="578386"/>
                  <a:pt x="5286217" y="509238"/>
                  <a:pt x="5551962" y="441312"/>
                </a:cubicBezTo>
                <a:cubicBezTo>
                  <a:pt x="5788566" y="380836"/>
                  <a:pt x="6025494" y="321656"/>
                  <a:pt x="6262174" y="261472"/>
                </a:cubicBezTo>
                <a:cubicBezTo>
                  <a:pt x="6278408" y="257344"/>
                  <a:pt x="6296958" y="254983"/>
                  <a:pt x="6301897" y="232982"/>
                </a:cubicBezTo>
                <a:cubicBezTo>
                  <a:pt x="6316434" y="168145"/>
                  <a:pt x="6273193" y="125660"/>
                  <a:pt x="6209076" y="144687"/>
                </a:cubicBezTo>
                <a:cubicBezTo>
                  <a:pt x="5997687" y="207416"/>
                  <a:pt x="5786726" y="271529"/>
                  <a:pt x="5575442" y="334592"/>
                </a:cubicBezTo>
                <a:cubicBezTo>
                  <a:pt x="5231947" y="437116"/>
                  <a:pt x="4888443" y="539580"/>
                  <a:pt x="4544739" y="641405"/>
                </a:cubicBezTo>
                <a:cubicBezTo>
                  <a:pt x="4258908" y="726086"/>
                  <a:pt x="3972801" y="809812"/>
                  <a:pt x="3679572" y="896308"/>
                </a:cubicBezTo>
                <a:moveTo>
                  <a:pt x="5377427" y="992597"/>
                </a:moveTo>
                <a:cubicBezTo>
                  <a:pt x="5108688" y="1047918"/>
                  <a:pt x="4839883" y="1102944"/>
                  <a:pt x="4571211" y="1158608"/>
                </a:cubicBezTo>
                <a:cubicBezTo>
                  <a:pt x="4148785" y="1246114"/>
                  <a:pt x="3726464" y="1334144"/>
                  <a:pt x="3304057" y="1421736"/>
                </a:cubicBezTo>
                <a:cubicBezTo>
                  <a:pt x="3230045" y="1437081"/>
                  <a:pt x="3155813" y="1451349"/>
                  <a:pt x="3081677" y="1466113"/>
                </a:cubicBezTo>
                <a:cubicBezTo>
                  <a:pt x="3121981" y="1468161"/>
                  <a:pt x="3160417" y="1460379"/>
                  <a:pt x="3199044" y="1453664"/>
                </a:cubicBezTo>
                <a:cubicBezTo>
                  <a:pt x="3485009" y="1403886"/>
                  <a:pt x="3770906" y="1353718"/>
                  <a:pt x="4057032" y="1304845"/>
                </a:cubicBezTo>
                <a:cubicBezTo>
                  <a:pt x="4364951" y="1252239"/>
                  <a:pt x="4673088" y="1200946"/>
                  <a:pt x="4981120" y="1148997"/>
                </a:cubicBezTo>
                <a:cubicBezTo>
                  <a:pt x="5243815" y="1104687"/>
                  <a:pt x="5506462" y="1060138"/>
                  <a:pt x="5769167" y="1015895"/>
                </a:cubicBezTo>
                <a:cubicBezTo>
                  <a:pt x="5936476" y="987720"/>
                  <a:pt x="6103834" y="959907"/>
                  <a:pt x="6271163" y="931875"/>
                </a:cubicBezTo>
                <a:cubicBezTo>
                  <a:pt x="6286463" y="929312"/>
                  <a:pt x="6305872" y="930998"/>
                  <a:pt x="6310075" y="911224"/>
                </a:cubicBezTo>
                <a:cubicBezTo>
                  <a:pt x="6316577" y="880716"/>
                  <a:pt x="6311534" y="850055"/>
                  <a:pt x="6294680" y="824242"/>
                </a:cubicBezTo>
                <a:cubicBezTo>
                  <a:pt x="6279504" y="800982"/>
                  <a:pt x="6254080" y="811202"/>
                  <a:pt x="6233260" y="815498"/>
                </a:cubicBezTo>
                <a:cubicBezTo>
                  <a:pt x="5950585" y="873810"/>
                  <a:pt x="5668052" y="932770"/>
                  <a:pt x="5377427" y="992597"/>
                </a:cubicBezTo>
                <a:moveTo>
                  <a:pt x="2437156" y="4631013"/>
                </a:moveTo>
                <a:cubicBezTo>
                  <a:pt x="2481970" y="4640967"/>
                  <a:pt x="2526373" y="4656302"/>
                  <a:pt x="2571692" y="4659779"/>
                </a:cubicBezTo>
                <a:cubicBezTo>
                  <a:pt x="2670928" y="4667389"/>
                  <a:pt x="2771642" y="4679524"/>
                  <a:pt x="2867733" y="4639938"/>
                </a:cubicBezTo>
                <a:cubicBezTo>
                  <a:pt x="2984948" y="4591637"/>
                  <a:pt x="2999676" y="4495073"/>
                  <a:pt x="2904138" y="4411957"/>
                </a:cubicBezTo>
                <a:cubicBezTo>
                  <a:pt x="2855187" y="4369371"/>
                  <a:pt x="2791680" y="4353617"/>
                  <a:pt x="2738583" y="4320193"/>
                </a:cubicBezTo>
                <a:cubicBezTo>
                  <a:pt x="2702282" y="4297343"/>
                  <a:pt x="2679641" y="4304144"/>
                  <a:pt x="2651186" y="4326690"/>
                </a:cubicBezTo>
                <a:cubicBezTo>
                  <a:pt x="2584914" y="4379201"/>
                  <a:pt x="2515277" y="4425312"/>
                  <a:pt x="2429444" y="4440685"/>
                </a:cubicBezTo>
                <a:cubicBezTo>
                  <a:pt x="2349826" y="4454944"/>
                  <a:pt x="2271467" y="4474946"/>
                  <a:pt x="2194070" y="4498416"/>
                </a:cubicBezTo>
                <a:cubicBezTo>
                  <a:pt x="2177111" y="4503559"/>
                  <a:pt x="2156235" y="4504217"/>
                  <a:pt x="2146530" y="4529553"/>
                </a:cubicBezTo>
                <a:cubicBezTo>
                  <a:pt x="2241067" y="4566053"/>
                  <a:pt x="2331762" y="4607258"/>
                  <a:pt x="2437156" y="4631013"/>
                </a:cubicBezTo>
                <a:moveTo>
                  <a:pt x="1362231" y="4217924"/>
                </a:moveTo>
                <a:cubicBezTo>
                  <a:pt x="1531437" y="4267168"/>
                  <a:pt x="1699252" y="4323794"/>
                  <a:pt x="1853045" y="4408424"/>
                </a:cubicBezTo>
                <a:cubicBezTo>
                  <a:pt x="1957257" y="4465774"/>
                  <a:pt x="2023386" y="4394936"/>
                  <a:pt x="2114538" y="4377229"/>
                </a:cubicBezTo>
                <a:cubicBezTo>
                  <a:pt x="2035187" y="4255062"/>
                  <a:pt x="1931747" y="4178071"/>
                  <a:pt x="1821339" y="4108729"/>
                </a:cubicBezTo>
                <a:cubicBezTo>
                  <a:pt x="1809213" y="4101109"/>
                  <a:pt x="1798565" y="4102909"/>
                  <a:pt x="1787392" y="4113520"/>
                </a:cubicBezTo>
                <a:cubicBezTo>
                  <a:pt x="1716411" y="4180919"/>
                  <a:pt x="1630340" y="4190006"/>
                  <a:pt x="1539283" y="4173728"/>
                </a:cubicBezTo>
                <a:cubicBezTo>
                  <a:pt x="1462649" y="4160021"/>
                  <a:pt x="1386044" y="4149620"/>
                  <a:pt x="1307941" y="4154525"/>
                </a:cubicBezTo>
                <a:cubicBezTo>
                  <a:pt x="1281107" y="4156221"/>
                  <a:pt x="1256026" y="4161040"/>
                  <a:pt x="1228753" y="4185310"/>
                </a:cubicBezTo>
                <a:cubicBezTo>
                  <a:pt x="1275606" y="4196921"/>
                  <a:pt x="1315062" y="4206713"/>
                  <a:pt x="1362231" y="4217924"/>
                </a:cubicBezTo>
                <a:moveTo>
                  <a:pt x="1406739" y="4020013"/>
                </a:moveTo>
                <a:cubicBezTo>
                  <a:pt x="1493974" y="4027566"/>
                  <a:pt x="1579769" y="4055703"/>
                  <a:pt x="1669396" y="4042216"/>
                </a:cubicBezTo>
                <a:cubicBezTo>
                  <a:pt x="1667709" y="4028691"/>
                  <a:pt x="1659262" y="4026814"/>
                  <a:pt x="1652542" y="4023947"/>
                </a:cubicBezTo>
                <a:cubicBezTo>
                  <a:pt x="1563010" y="3985704"/>
                  <a:pt x="1469427" y="3959996"/>
                  <a:pt x="1373374" y="3947699"/>
                </a:cubicBezTo>
                <a:cubicBezTo>
                  <a:pt x="1263881" y="3933688"/>
                  <a:pt x="1154159" y="3935583"/>
                  <a:pt x="1051004" y="3983561"/>
                </a:cubicBezTo>
                <a:cubicBezTo>
                  <a:pt x="986858" y="4013393"/>
                  <a:pt x="932760" y="4054627"/>
                  <a:pt x="900043" y="4130274"/>
                </a:cubicBezTo>
                <a:cubicBezTo>
                  <a:pt x="964161" y="4146391"/>
                  <a:pt x="1023750" y="4148820"/>
                  <a:pt x="1082596" y="4154792"/>
                </a:cubicBezTo>
                <a:cubicBezTo>
                  <a:pt x="1088001" y="4155335"/>
                  <a:pt x="1095980" y="4146734"/>
                  <a:pt x="1100194" y="4140609"/>
                </a:cubicBezTo>
                <a:cubicBezTo>
                  <a:pt x="1172948" y="4034929"/>
                  <a:pt x="1280020" y="4013841"/>
                  <a:pt x="1406739" y="4020013"/>
                </a:cubicBezTo>
                <a:moveTo>
                  <a:pt x="1977314" y="1471361"/>
                </a:moveTo>
                <a:cubicBezTo>
                  <a:pt x="1930117" y="1483620"/>
                  <a:pt x="1882920" y="1495878"/>
                  <a:pt x="1835724" y="1508137"/>
                </a:cubicBezTo>
                <a:cubicBezTo>
                  <a:pt x="1889612" y="1502917"/>
                  <a:pt x="1930489" y="1539503"/>
                  <a:pt x="1980078" y="1555210"/>
                </a:cubicBezTo>
                <a:cubicBezTo>
                  <a:pt x="1983977" y="1502927"/>
                  <a:pt x="2018906" y="1477400"/>
                  <a:pt x="2065931" y="1448311"/>
                </a:cubicBezTo>
                <a:cubicBezTo>
                  <a:pt x="2030545" y="1457559"/>
                  <a:pt x="2007647" y="1463551"/>
                  <a:pt x="1977314" y="1471361"/>
                </a:cubicBezTo>
                <a:close/>
              </a:path>
            </a:pathLst>
          </a:custGeom>
          <a:solidFill>
            <a:srgbClr val="000000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A165927A-474A-2820-3370-CFA1B9674E3B}"/>
              </a:ext>
            </a:extLst>
          </p:cNvPr>
          <p:cNvSpPr/>
          <p:nvPr/>
        </p:nvSpPr>
        <p:spPr>
          <a:xfrm flipH="1">
            <a:off x="-982024" y="7335649"/>
            <a:ext cx="7431243" cy="4511394"/>
          </a:xfrm>
          <a:custGeom>
            <a:avLst/>
            <a:gdLst>
              <a:gd name="connsiteX0" fmla="*/ 5369741 w 7431243"/>
              <a:gd name="connsiteY0" fmla="*/ 4179474 h 4511394"/>
              <a:gd name="connsiteX1" fmla="*/ 4736288 w 7431243"/>
              <a:gd name="connsiteY1" fmla="*/ 4416780 h 4511394"/>
              <a:gd name="connsiteX2" fmla="*/ 3714794 w 7431243"/>
              <a:gd name="connsiteY2" fmla="*/ 4508887 h 4511394"/>
              <a:gd name="connsiteX3" fmla="*/ 2697179 w 7431243"/>
              <a:gd name="connsiteY3" fmla="*/ 4377032 h 4511394"/>
              <a:gd name="connsiteX4" fmla="*/ 2246603 w 7431243"/>
              <a:gd name="connsiteY4" fmla="*/ 4225851 h 4511394"/>
              <a:gd name="connsiteX5" fmla="*/ 1935034 w 7431243"/>
              <a:gd name="connsiteY5" fmla="*/ 3759517 h 4511394"/>
              <a:gd name="connsiteX6" fmla="*/ 1843767 w 7431243"/>
              <a:gd name="connsiteY6" fmla="*/ 3617680 h 4511394"/>
              <a:gd name="connsiteX7" fmla="*/ 839165 w 7431243"/>
              <a:gd name="connsiteY7" fmla="*/ 2866358 h 4511394"/>
              <a:gd name="connsiteX8" fmla="*/ 225137 w 7431243"/>
              <a:gd name="connsiteY8" fmla="*/ 1864842 h 4511394"/>
              <a:gd name="connsiteX9" fmla="*/ 22178 w 7431243"/>
              <a:gd name="connsiteY9" fmla="*/ 1172784 h 4511394"/>
              <a:gd name="connsiteX10" fmla="*/ 2274 w 7431243"/>
              <a:gd name="connsiteY10" fmla="*/ 917866 h 4511394"/>
              <a:gd name="connsiteX11" fmla="*/ 96321 w 7431243"/>
              <a:gd name="connsiteY11" fmla="*/ 719223 h 4511394"/>
              <a:gd name="connsiteX12" fmla="*/ 485715 w 7431243"/>
              <a:gd name="connsiteY12" fmla="*/ 459847 h 4511394"/>
              <a:gd name="connsiteX13" fmla="*/ 1516678 w 7431243"/>
              <a:gd name="connsiteY13" fmla="*/ 162543 h 4511394"/>
              <a:gd name="connsiteX14" fmla="*/ 2113792 w 7431243"/>
              <a:gd name="connsiteY14" fmla="*/ 71865 h 4511394"/>
              <a:gd name="connsiteX15" fmla="*/ 2549803 w 7431243"/>
              <a:gd name="connsiteY15" fmla="*/ 31975 h 4511394"/>
              <a:gd name="connsiteX16" fmla="*/ 2863383 w 7431243"/>
              <a:gd name="connsiteY16" fmla="*/ 12734 h 4511394"/>
              <a:gd name="connsiteX17" fmla="*/ 2948425 w 7431243"/>
              <a:gd name="connsiteY17" fmla="*/ 127872 h 4511394"/>
              <a:gd name="connsiteX18" fmla="*/ 2893926 w 7431243"/>
              <a:gd name="connsiteY18" fmla="*/ 171897 h 4511394"/>
              <a:gd name="connsiteX19" fmla="*/ 2600584 w 7431243"/>
              <a:gd name="connsiteY19" fmla="*/ 204110 h 4511394"/>
              <a:gd name="connsiteX20" fmla="*/ 1990915 w 7431243"/>
              <a:gd name="connsiteY20" fmla="*/ 275443 h 4511394"/>
              <a:gd name="connsiteX21" fmla="*/ 1075949 w 7431243"/>
              <a:gd name="connsiteY21" fmla="*/ 454542 h 4511394"/>
              <a:gd name="connsiteX22" fmla="*/ 358576 w 7431243"/>
              <a:gd name="connsiteY22" fmla="*/ 730586 h 4511394"/>
              <a:gd name="connsiteX23" fmla="*/ 199055 w 7431243"/>
              <a:gd name="connsiteY23" fmla="*/ 877852 h 4511394"/>
              <a:gd name="connsiteX24" fmla="*/ 197684 w 7431243"/>
              <a:gd name="connsiteY24" fmla="*/ 1029823 h 4511394"/>
              <a:gd name="connsiteX25" fmla="*/ 243946 w 7431243"/>
              <a:gd name="connsiteY25" fmla="*/ 1090040 h 4511394"/>
              <a:gd name="connsiteX26" fmla="*/ 517708 w 7431243"/>
              <a:gd name="connsiteY26" fmla="*/ 1257995 h 4511394"/>
              <a:gd name="connsiteX27" fmla="*/ 778043 w 7431243"/>
              <a:gd name="connsiteY27" fmla="*/ 950128 h 4511394"/>
              <a:gd name="connsiteX28" fmla="*/ 1414620 w 7431243"/>
              <a:gd name="connsiteY28" fmla="*/ 708212 h 4511394"/>
              <a:gd name="connsiteX29" fmla="*/ 1755255 w 7431243"/>
              <a:gd name="connsiteY29" fmla="*/ 684618 h 4511394"/>
              <a:gd name="connsiteX30" fmla="*/ 1802900 w 7431243"/>
              <a:gd name="connsiteY30" fmla="*/ 705964 h 4511394"/>
              <a:gd name="connsiteX31" fmla="*/ 1761223 w 7431243"/>
              <a:gd name="connsiteY31" fmla="*/ 743654 h 4511394"/>
              <a:gd name="connsiteX32" fmla="*/ 1438967 w 7431243"/>
              <a:gd name="connsiteY32" fmla="*/ 845038 h 4511394"/>
              <a:gd name="connsiteX33" fmla="*/ 821176 w 7431243"/>
              <a:gd name="connsiteY33" fmla="*/ 1124283 h 4511394"/>
              <a:gd name="connsiteX34" fmla="*/ 694046 w 7431243"/>
              <a:gd name="connsiteY34" fmla="*/ 1257204 h 4511394"/>
              <a:gd name="connsiteX35" fmla="*/ 730783 w 7431243"/>
              <a:gd name="connsiteY35" fmla="*/ 1343758 h 4511394"/>
              <a:gd name="connsiteX36" fmla="*/ 1511283 w 7431243"/>
              <a:gd name="connsiteY36" fmla="*/ 1535686 h 4511394"/>
              <a:gd name="connsiteX37" fmla="*/ 2061496 w 7431243"/>
              <a:gd name="connsiteY37" fmla="*/ 1620678 h 4511394"/>
              <a:gd name="connsiteX38" fmla="*/ 2738590 w 7431243"/>
              <a:gd name="connsiteY38" fmla="*/ 1688306 h 4511394"/>
              <a:gd name="connsiteX39" fmla="*/ 3975963 w 7431243"/>
              <a:gd name="connsiteY39" fmla="*/ 1725367 h 4511394"/>
              <a:gd name="connsiteX40" fmla="*/ 5055083 w 7431243"/>
              <a:gd name="connsiteY40" fmla="*/ 1670056 h 4511394"/>
              <a:gd name="connsiteX41" fmla="*/ 5851223 w 7431243"/>
              <a:gd name="connsiteY41" fmla="*/ 1559480 h 4511394"/>
              <a:gd name="connsiteX42" fmla="*/ 6379901 w 7431243"/>
              <a:gd name="connsiteY42" fmla="*/ 1421034 h 4511394"/>
              <a:gd name="connsiteX43" fmla="*/ 6575075 w 7431243"/>
              <a:gd name="connsiteY43" fmla="*/ 1313487 h 4511394"/>
              <a:gd name="connsiteX44" fmla="*/ 6580328 w 7431243"/>
              <a:gd name="connsiteY44" fmla="*/ 1194158 h 4511394"/>
              <a:gd name="connsiteX45" fmla="*/ 6310340 w 7431243"/>
              <a:gd name="connsiteY45" fmla="*/ 1008821 h 4511394"/>
              <a:gd name="connsiteX46" fmla="*/ 6100838 w 7431243"/>
              <a:gd name="connsiteY46" fmla="*/ 895578 h 4511394"/>
              <a:gd name="connsiteX47" fmla="*/ 6015158 w 7431243"/>
              <a:gd name="connsiteY47" fmla="*/ 815016 h 4511394"/>
              <a:gd name="connsiteX48" fmla="*/ 6010944 w 7431243"/>
              <a:gd name="connsiteY48" fmla="*/ 779954 h 4511394"/>
              <a:gd name="connsiteX49" fmla="*/ 6042040 w 7431243"/>
              <a:gd name="connsiteY49" fmla="*/ 774134 h 4511394"/>
              <a:gd name="connsiteX50" fmla="*/ 6657839 w 7431243"/>
              <a:gd name="connsiteY50" fmla="*/ 1049788 h 4511394"/>
              <a:gd name="connsiteX51" fmla="*/ 6769839 w 7431243"/>
              <a:gd name="connsiteY51" fmla="*/ 1303791 h 4511394"/>
              <a:gd name="connsiteX52" fmla="*/ 6915710 w 7431243"/>
              <a:gd name="connsiteY52" fmla="*/ 1244802 h 4511394"/>
              <a:gd name="connsiteX53" fmla="*/ 7182551 w 7431243"/>
              <a:gd name="connsiteY53" fmla="*/ 1050226 h 4511394"/>
              <a:gd name="connsiteX54" fmla="*/ 7179101 w 7431243"/>
              <a:gd name="connsiteY54" fmla="*/ 861650 h 4511394"/>
              <a:gd name="connsiteX55" fmla="*/ 6891048 w 7431243"/>
              <a:gd name="connsiteY55" fmla="*/ 664197 h 4511394"/>
              <a:gd name="connsiteX56" fmla="*/ 6141133 w 7431243"/>
              <a:gd name="connsiteY56" fmla="*/ 419690 h 4511394"/>
              <a:gd name="connsiteX57" fmla="*/ 5341381 w 7431243"/>
              <a:gd name="connsiteY57" fmla="*/ 272252 h 4511394"/>
              <a:gd name="connsiteX58" fmla="*/ 4337389 w 7431243"/>
              <a:gd name="connsiteY58" fmla="*/ 173754 h 4511394"/>
              <a:gd name="connsiteX59" fmla="*/ 4168926 w 7431243"/>
              <a:gd name="connsiteY59" fmla="*/ 58683 h 4511394"/>
              <a:gd name="connsiteX60" fmla="*/ 4151662 w 7431243"/>
              <a:gd name="connsiteY60" fmla="*/ 10924 h 4511394"/>
              <a:gd name="connsiteX61" fmla="*/ 4181356 w 7431243"/>
              <a:gd name="connsiteY61" fmla="*/ 390 h 4511394"/>
              <a:gd name="connsiteX62" fmla="*/ 5046675 w 7431243"/>
              <a:gd name="connsiteY62" fmla="*/ 41966 h 4511394"/>
              <a:gd name="connsiteX63" fmla="*/ 5712149 w 7431243"/>
              <a:gd name="connsiteY63" fmla="*/ 125615 h 4511394"/>
              <a:gd name="connsiteX64" fmla="*/ 6826178 w 7431243"/>
              <a:gd name="connsiteY64" fmla="*/ 409527 h 4511394"/>
              <a:gd name="connsiteX65" fmla="*/ 7292379 w 7431243"/>
              <a:gd name="connsiteY65" fmla="*/ 681170 h 4511394"/>
              <a:gd name="connsiteX66" fmla="*/ 7431242 w 7431243"/>
              <a:gd name="connsiteY66" fmla="*/ 963281 h 4511394"/>
              <a:gd name="connsiteX67" fmla="*/ 7387525 w 7431243"/>
              <a:gd name="connsiteY67" fmla="*/ 1273577 h 4511394"/>
              <a:gd name="connsiteX68" fmla="*/ 6783738 w 7431243"/>
              <a:gd name="connsiteY68" fmla="*/ 2636205 h 4511394"/>
              <a:gd name="connsiteX69" fmla="*/ 5642569 w 7431243"/>
              <a:gd name="connsiteY69" fmla="*/ 3590562 h 4511394"/>
              <a:gd name="connsiteX70" fmla="*/ 5594743 w 7431243"/>
              <a:gd name="connsiteY70" fmla="*/ 3666772 h 4511394"/>
              <a:gd name="connsiteX71" fmla="*/ 5576603 w 7431243"/>
              <a:gd name="connsiteY71" fmla="*/ 3917889 h 4511394"/>
              <a:gd name="connsiteX72" fmla="*/ 5369741 w 7431243"/>
              <a:gd name="connsiteY72" fmla="*/ 4179474 h 4511394"/>
              <a:gd name="connsiteX73" fmla="*/ 5430122 w 7431243"/>
              <a:gd name="connsiteY73" fmla="*/ 3843708 h 4511394"/>
              <a:gd name="connsiteX74" fmla="*/ 5463839 w 7431243"/>
              <a:gd name="connsiteY74" fmla="*/ 3622757 h 4511394"/>
              <a:gd name="connsiteX75" fmla="*/ 5532608 w 7431243"/>
              <a:gd name="connsiteY75" fmla="*/ 3514505 h 4511394"/>
              <a:gd name="connsiteX76" fmla="*/ 5788192 w 7431243"/>
              <a:gd name="connsiteY76" fmla="*/ 3339788 h 4511394"/>
              <a:gd name="connsiteX77" fmla="*/ 6491997 w 7431243"/>
              <a:gd name="connsiteY77" fmla="*/ 2695851 h 4511394"/>
              <a:gd name="connsiteX78" fmla="*/ 7106890 w 7431243"/>
              <a:gd name="connsiteY78" fmla="*/ 1505482 h 4511394"/>
              <a:gd name="connsiteX79" fmla="*/ 7153876 w 7431243"/>
              <a:gd name="connsiteY79" fmla="*/ 1357531 h 4511394"/>
              <a:gd name="connsiteX80" fmla="*/ 7119158 w 7431243"/>
              <a:gd name="connsiteY80" fmla="*/ 1367094 h 4511394"/>
              <a:gd name="connsiteX81" fmla="*/ 6518135 w 7431243"/>
              <a:gd name="connsiteY81" fmla="*/ 1616658 h 4511394"/>
              <a:gd name="connsiteX82" fmla="*/ 5219829 w 7431243"/>
              <a:gd name="connsiteY82" fmla="*/ 1861927 h 4511394"/>
              <a:gd name="connsiteX83" fmla="*/ 4083884 w 7431243"/>
              <a:gd name="connsiteY83" fmla="*/ 1928078 h 4511394"/>
              <a:gd name="connsiteX84" fmla="*/ 3207145 w 7431243"/>
              <a:gd name="connsiteY84" fmla="*/ 1917344 h 4511394"/>
              <a:gd name="connsiteX85" fmla="*/ 2494798 w 7431243"/>
              <a:gd name="connsiteY85" fmla="*/ 1866395 h 4511394"/>
              <a:gd name="connsiteX86" fmla="*/ 1885549 w 7431243"/>
              <a:gd name="connsiteY86" fmla="*/ 1791575 h 4511394"/>
              <a:gd name="connsiteX87" fmla="*/ 1087093 w 7431243"/>
              <a:gd name="connsiteY87" fmla="*/ 1635299 h 4511394"/>
              <a:gd name="connsiteX88" fmla="*/ 433599 w 7431243"/>
              <a:gd name="connsiteY88" fmla="*/ 1416490 h 4511394"/>
              <a:gd name="connsiteX89" fmla="*/ 192271 w 7431243"/>
              <a:gd name="connsiteY89" fmla="*/ 1273949 h 4511394"/>
              <a:gd name="connsiteX90" fmla="*/ 513245 w 7431243"/>
              <a:gd name="connsiteY90" fmla="*/ 2028710 h 4511394"/>
              <a:gd name="connsiteX91" fmla="*/ 1333048 w 7431243"/>
              <a:gd name="connsiteY91" fmla="*/ 3049542 h 4511394"/>
              <a:gd name="connsiteX92" fmla="*/ 2977023 w 7431243"/>
              <a:gd name="connsiteY92" fmla="*/ 3771176 h 4511394"/>
              <a:gd name="connsiteX93" fmla="*/ 3487027 w 7431243"/>
              <a:gd name="connsiteY93" fmla="*/ 3833307 h 4511394"/>
              <a:gd name="connsiteX94" fmla="*/ 4376712 w 7431243"/>
              <a:gd name="connsiteY94" fmla="*/ 3825058 h 4511394"/>
              <a:gd name="connsiteX95" fmla="*/ 5188313 w 7431243"/>
              <a:gd name="connsiteY95" fmla="*/ 3721122 h 4511394"/>
              <a:gd name="connsiteX96" fmla="*/ 5233537 w 7431243"/>
              <a:gd name="connsiteY96" fmla="*/ 3733399 h 4511394"/>
              <a:gd name="connsiteX97" fmla="*/ 5202174 w 7431243"/>
              <a:gd name="connsiteY97" fmla="*/ 3766794 h 4511394"/>
              <a:gd name="connsiteX98" fmla="*/ 4199993 w 7431243"/>
              <a:gd name="connsiteY98" fmla="*/ 4005043 h 4511394"/>
              <a:gd name="connsiteX99" fmla="*/ 3315666 w 7431243"/>
              <a:gd name="connsiteY99" fmla="*/ 4019273 h 4511394"/>
              <a:gd name="connsiteX100" fmla="*/ 2149683 w 7431243"/>
              <a:gd name="connsiteY100" fmla="*/ 3758355 h 4511394"/>
              <a:gd name="connsiteX101" fmla="*/ 2096366 w 7431243"/>
              <a:gd name="connsiteY101" fmla="*/ 3740705 h 4511394"/>
              <a:gd name="connsiteX102" fmla="*/ 2336307 w 7431243"/>
              <a:gd name="connsiteY102" fmla="*/ 4056078 h 4511394"/>
              <a:gd name="connsiteX103" fmla="*/ 2679496 w 7431243"/>
              <a:gd name="connsiteY103" fmla="*/ 4169873 h 4511394"/>
              <a:gd name="connsiteX104" fmla="*/ 3677854 w 7431243"/>
              <a:gd name="connsiteY104" fmla="*/ 4304919 h 4511394"/>
              <a:gd name="connsiteX105" fmla="*/ 4850119 w 7431243"/>
              <a:gd name="connsiteY105" fmla="*/ 4202763 h 4511394"/>
              <a:gd name="connsiteX106" fmla="*/ 5257540 w 7431243"/>
              <a:gd name="connsiteY106" fmla="*/ 4057878 h 4511394"/>
              <a:gd name="connsiteX107" fmla="*/ 5430122 w 7431243"/>
              <a:gd name="connsiteY107" fmla="*/ 3843708 h 45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7431243" h="4511394">
                <a:moveTo>
                  <a:pt x="5369741" y="4179474"/>
                </a:moveTo>
                <a:cubicBezTo>
                  <a:pt x="5171154" y="4298660"/>
                  <a:pt x="4957353" y="4367688"/>
                  <a:pt x="4736288" y="4416780"/>
                </a:cubicBezTo>
                <a:cubicBezTo>
                  <a:pt x="4399819" y="4491494"/>
                  <a:pt x="4058584" y="4520603"/>
                  <a:pt x="3714794" y="4508887"/>
                </a:cubicBezTo>
                <a:cubicBezTo>
                  <a:pt x="3371805" y="4497209"/>
                  <a:pt x="3031313" y="4458976"/>
                  <a:pt x="2697179" y="4377032"/>
                </a:cubicBezTo>
                <a:cubicBezTo>
                  <a:pt x="2542987" y="4339208"/>
                  <a:pt x="2392273" y="4291288"/>
                  <a:pt x="2246603" y="4225851"/>
                </a:cubicBezTo>
                <a:cubicBezTo>
                  <a:pt x="2043002" y="4134382"/>
                  <a:pt x="1930220" y="3984288"/>
                  <a:pt x="1935034" y="3759517"/>
                </a:cubicBezTo>
                <a:cubicBezTo>
                  <a:pt x="1936654" y="3683593"/>
                  <a:pt x="1908847" y="3649074"/>
                  <a:pt x="1843767" y="3617680"/>
                </a:cubicBezTo>
                <a:cubicBezTo>
                  <a:pt x="1460368" y="3432724"/>
                  <a:pt x="1125148" y="3181330"/>
                  <a:pt x="839165" y="2866358"/>
                </a:cubicBezTo>
                <a:cubicBezTo>
                  <a:pt x="571525" y="2571587"/>
                  <a:pt x="375519" y="2232221"/>
                  <a:pt x="225137" y="1864842"/>
                </a:cubicBezTo>
                <a:cubicBezTo>
                  <a:pt x="133475" y="1640919"/>
                  <a:pt x="63606" y="1410928"/>
                  <a:pt x="22178" y="1172784"/>
                </a:cubicBezTo>
                <a:cubicBezTo>
                  <a:pt x="7590" y="1088916"/>
                  <a:pt x="-5388" y="1004191"/>
                  <a:pt x="2274" y="917866"/>
                </a:cubicBezTo>
                <a:cubicBezTo>
                  <a:pt x="9233" y="839466"/>
                  <a:pt x="46779" y="776334"/>
                  <a:pt x="96321" y="719223"/>
                </a:cubicBezTo>
                <a:cubicBezTo>
                  <a:pt x="202128" y="597255"/>
                  <a:pt x="341647" y="523465"/>
                  <a:pt x="485715" y="459847"/>
                </a:cubicBezTo>
                <a:cubicBezTo>
                  <a:pt x="815606" y="314172"/>
                  <a:pt x="1163413" y="228990"/>
                  <a:pt x="1516678" y="162543"/>
                </a:cubicBezTo>
                <a:cubicBezTo>
                  <a:pt x="1714731" y="125281"/>
                  <a:pt x="1914147" y="97449"/>
                  <a:pt x="2113792" y="71865"/>
                </a:cubicBezTo>
                <a:cubicBezTo>
                  <a:pt x="2258462" y="53330"/>
                  <a:pt x="2404313" y="43614"/>
                  <a:pt x="2549803" y="31975"/>
                </a:cubicBezTo>
                <a:cubicBezTo>
                  <a:pt x="2654186" y="23631"/>
                  <a:pt x="2758751" y="16601"/>
                  <a:pt x="2863383" y="12734"/>
                </a:cubicBezTo>
                <a:cubicBezTo>
                  <a:pt x="2944278" y="9753"/>
                  <a:pt x="2971828" y="50758"/>
                  <a:pt x="2948425" y="127872"/>
                </a:cubicBezTo>
                <a:cubicBezTo>
                  <a:pt x="2939741" y="156514"/>
                  <a:pt x="2922325" y="168849"/>
                  <a:pt x="2893926" y="171897"/>
                </a:cubicBezTo>
                <a:cubicBezTo>
                  <a:pt x="2796110" y="182403"/>
                  <a:pt x="2698619" y="196995"/>
                  <a:pt x="2600584" y="204110"/>
                </a:cubicBezTo>
                <a:cubicBezTo>
                  <a:pt x="2396239" y="218950"/>
                  <a:pt x="2193467" y="246935"/>
                  <a:pt x="1990915" y="275443"/>
                </a:cubicBezTo>
                <a:cubicBezTo>
                  <a:pt x="1682882" y="318791"/>
                  <a:pt x="1376537" y="373436"/>
                  <a:pt x="1075949" y="454542"/>
                </a:cubicBezTo>
                <a:cubicBezTo>
                  <a:pt x="827563" y="521579"/>
                  <a:pt x="580758" y="594883"/>
                  <a:pt x="358576" y="730586"/>
                </a:cubicBezTo>
                <a:cubicBezTo>
                  <a:pt x="295820" y="768914"/>
                  <a:pt x="238869" y="814273"/>
                  <a:pt x="199055" y="877852"/>
                </a:cubicBezTo>
                <a:cubicBezTo>
                  <a:pt x="167457" y="928315"/>
                  <a:pt x="164877" y="978464"/>
                  <a:pt x="197684" y="1029823"/>
                </a:cubicBezTo>
                <a:cubicBezTo>
                  <a:pt x="211431" y="1051350"/>
                  <a:pt x="225576" y="1072171"/>
                  <a:pt x="243946" y="1090040"/>
                </a:cubicBezTo>
                <a:cubicBezTo>
                  <a:pt x="321478" y="1165450"/>
                  <a:pt x="416032" y="1212332"/>
                  <a:pt x="517708" y="1257995"/>
                </a:cubicBezTo>
                <a:cubicBezTo>
                  <a:pt x="559669" y="1113891"/>
                  <a:pt x="660855" y="1024956"/>
                  <a:pt x="778043" y="950128"/>
                </a:cubicBezTo>
                <a:cubicBezTo>
                  <a:pt x="973415" y="825379"/>
                  <a:pt x="1187378" y="748807"/>
                  <a:pt x="1414620" y="708212"/>
                </a:cubicBezTo>
                <a:cubicBezTo>
                  <a:pt x="1527126" y="688104"/>
                  <a:pt x="1640452" y="673093"/>
                  <a:pt x="1755255" y="684618"/>
                </a:cubicBezTo>
                <a:cubicBezTo>
                  <a:pt x="1772967" y="686399"/>
                  <a:pt x="1799182" y="681675"/>
                  <a:pt x="1802900" y="705964"/>
                </a:cubicBezTo>
                <a:cubicBezTo>
                  <a:pt x="1807028" y="732900"/>
                  <a:pt x="1778811" y="736472"/>
                  <a:pt x="1761223" y="743654"/>
                </a:cubicBezTo>
                <a:cubicBezTo>
                  <a:pt x="1656677" y="786383"/>
                  <a:pt x="1546592" y="811844"/>
                  <a:pt x="1438967" y="845038"/>
                </a:cubicBezTo>
                <a:cubicBezTo>
                  <a:pt x="1221353" y="912170"/>
                  <a:pt x="1008677" y="990647"/>
                  <a:pt x="821176" y="1124283"/>
                </a:cubicBezTo>
                <a:cubicBezTo>
                  <a:pt x="770478" y="1160421"/>
                  <a:pt x="722657" y="1200368"/>
                  <a:pt x="694046" y="1257204"/>
                </a:cubicBezTo>
                <a:cubicBezTo>
                  <a:pt x="667313" y="1310306"/>
                  <a:pt x="674010" y="1326203"/>
                  <a:pt x="730783" y="1343758"/>
                </a:cubicBezTo>
                <a:cubicBezTo>
                  <a:pt x="987152" y="1423044"/>
                  <a:pt x="1247435" y="1486032"/>
                  <a:pt x="1511283" y="1535686"/>
                </a:cubicBezTo>
                <a:cubicBezTo>
                  <a:pt x="1693874" y="1570043"/>
                  <a:pt x="1877322" y="1597894"/>
                  <a:pt x="2061496" y="1620678"/>
                </a:cubicBezTo>
                <a:cubicBezTo>
                  <a:pt x="2286603" y="1648520"/>
                  <a:pt x="2512158" y="1672570"/>
                  <a:pt x="2738590" y="1688306"/>
                </a:cubicBezTo>
                <a:cubicBezTo>
                  <a:pt x="3150596" y="1716938"/>
                  <a:pt x="3563079" y="1732606"/>
                  <a:pt x="3975963" y="1725367"/>
                </a:cubicBezTo>
                <a:cubicBezTo>
                  <a:pt x="4336150" y="1719062"/>
                  <a:pt x="4696384" y="1708289"/>
                  <a:pt x="5055083" y="1670056"/>
                </a:cubicBezTo>
                <a:cubicBezTo>
                  <a:pt x="5321658" y="1641652"/>
                  <a:pt x="5587823" y="1609905"/>
                  <a:pt x="5851223" y="1559480"/>
                </a:cubicBezTo>
                <a:cubicBezTo>
                  <a:pt x="6030382" y="1525171"/>
                  <a:pt x="6209102" y="1487833"/>
                  <a:pt x="6379901" y="1421034"/>
                </a:cubicBezTo>
                <a:cubicBezTo>
                  <a:pt x="6449690" y="1393745"/>
                  <a:pt x="6517297" y="1362246"/>
                  <a:pt x="6575075" y="1313487"/>
                </a:cubicBezTo>
                <a:cubicBezTo>
                  <a:pt x="6624093" y="1272111"/>
                  <a:pt x="6625742" y="1239745"/>
                  <a:pt x="6580328" y="1194158"/>
                </a:cubicBezTo>
                <a:cubicBezTo>
                  <a:pt x="6502035" y="1115586"/>
                  <a:pt x="6406946" y="1060989"/>
                  <a:pt x="6310340" y="1008821"/>
                </a:cubicBezTo>
                <a:cubicBezTo>
                  <a:pt x="6240493" y="971102"/>
                  <a:pt x="6170542" y="933573"/>
                  <a:pt x="6100838" y="895578"/>
                </a:cubicBezTo>
                <a:cubicBezTo>
                  <a:pt x="6065358" y="876232"/>
                  <a:pt x="6035701" y="850229"/>
                  <a:pt x="6015158" y="815016"/>
                </a:cubicBezTo>
                <a:cubicBezTo>
                  <a:pt x="6008885" y="804271"/>
                  <a:pt x="6000858" y="792298"/>
                  <a:pt x="6010944" y="779954"/>
                </a:cubicBezTo>
                <a:cubicBezTo>
                  <a:pt x="6019038" y="770048"/>
                  <a:pt x="6031192" y="771581"/>
                  <a:pt x="6042040" y="774134"/>
                </a:cubicBezTo>
                <a:cubicBezTo>
                  <a:pt x="6265012" y="826503"/>
                  <a:pt x="6477850" y="902283"/>
                  <a:pt x="6657839" y="1049788"/>
                </a:cubicBezTo>
                <a:cubicBezTo>
                  <a:pt x="6734997" y="1113015"/>
                  <a:pt x="6784167" y="1191986"/>
                  <a:pt x="6769839" y="1303791"/>
                </a:cubicBezTo>
                <a:cubicBezTo>
                  <a:pt x="6827102" y="1292142"/>
                  <a:pt x="6871115" y="1266310"/>
                  <a:pt x="6915710" y="1244802"/>
                </a:cubicBezTo>
                <a:cubicBezTo>
                  <a:pt x="7016157" y="1196358"/>
                  <a:pt x="7113324" y="1141104"/>
                  <a:pt x="7182551" y="1050226"/>
                </a:cubicBezTo>
                <a:cubicBezTo>
                  <a:pt x="7237374" y="978255"/>
                  <a:pt x="7236059" y="932906"/>
                  <a:pt x="7179101" y="861650"/>
                </a:cubicBezTo>
                <a:cubicBezTo>
                  <a:pt x="7103400" y="766952"/>
                  <a:pt x="6998178" y="713364"/>
                  <a:pt x="6891048" y="664197"/>
                </a:cubicBezTo>
                <a:cubicBezTo>
                  <a:pt x="6650603" y="553821"/>
                  <a:pt x="6397632" y="481497"/>
                  <a:pt x="6141133" y="419690"/>
                </a:cubicBezTo>
                <a:cubicBezTo>
                  <a:pt x="5877152" y="356082"/>
                  <a:pt x="5609596" y="312800"/>
                  <a:pt x="5341381" y="272252"/>
                </a:cubicBezTo>
                <a:cubicBezTo>
                  <a:pt x="5008401" y="221913"/>
                  <a:pt x="4673000" y="194205"/>
                  <a:pt x="4337389" y="173754"/>
                </a:cubicBezTo>
                <a:cubicBezTo>
                  <a:pt x="4246170" y="168201"/>
                  <a:pt x="4196771" y="139188"/>
                  <a:pt x="4168926" y="58683"/>
                </a:cubicBezTo>
                <a:cubicBezTo>
                  <a:pt x="4163368" y="42633"/>
                  <a:pt x="4149393" y="29546"/>
                  <a:pt x="4151662" y="10924"/>
                </a:cubicBezTo>
                <a:cubicBezTo>
                  <a:pt x="4158659" y="-1992"/>
                  <a:pt x="4170851" y="504"/>
                  <a:pt x="4181356" y="390"/>
                </a:cubicBezTo>
                <a:cubicBezTo>
                  <a:pt x="4470629" y="-2925"/>
                  <a:pt x="4758709" y="15249"/>
                  <a:pt x="5046675" y="41966"/>
                </a:cubicBezTo>
                <a:cubicBezTo>
                  <a:pt x="5269532" y="62636"/>
                  <a:pt x="5491561" y="89191"/>
                  <a:pt x="5712149" y="125615"/>
                </a:cubicBezTo>
                <a:cubicBezTo>
                  <a:pt x="6091467" y="188242"/>
                  <a:pt x="6466573" y="269938"/>
                  <a:pt x="6826178" y="409527"/>
                </a:cubicBezTo>
                <a:cubicBezTo>
                  <a:pt x="6995365" y="475192"/>
                  <a:pt x="7158424" y="553926"/>
                  <a:pt x="7292379" y="681170"/>
                </a:cubicBezTo>
                <a:cubicBezTo>
                  <a:pt x="7373426" y="758142"/>
                  <a:pt x="7431576" y="847953"/>
                  <a:pt x="7431242" y="963281"/>
                </a:cubicBezTo>
                <a:cubicBezTo>
                  <a:pt x="7430937" y="1068218"/>
                  <a:pt x="7413502" y="1172279"/>
                  <a:pt x="7387525" y="1273577"/>
                </a:cubicBezTo>
                <a:cubicBezTo>
                  <a:pt x="7262483" y="1761277"/>
                  <a:pt x="7077853" y="2222706"/>
                  <a:pt x="6783738" y="2636205"/>
                </a:cubicBezTo>
                <a:cubicBezTo>
                  <a:pt x="6486439" y="3054191"/>
                  <a:pt x="6107616" y="3373783"/>
                  <a:pt x="5642569" y="3590562"/>
                </a:cubicBezTo>
                <a:cubicBezTo>
                  <a:pt x="5606783" y="3607241"/>
                  <a:pt x="5593781" y="3627643"/>
                  <a:pt x="5594743" y="3666772"/>
                </a:cubicBezTo>
                <a:cubicBezTo>
                  <a:pt x="5596793" y="3750820"/>
                  <a:pt x="5589500" y="3834822"/>
                  <a:pt x="5576603" y="3917889"/>
                </a:cubicBezTo>
                <a:cubicBezTo>
                  <a:pt x="5557365" y="4041867"/>
                  <a:pt x="5476632" y="4119267"/>
                  <a:pt x="5369741" y="4179474"/>
                </a:cubicBezTo>
                <a:moveTo>
                  <a:pt x="5430122" y="3843708"/>
                </a:moveTo>
                <a:cubicBezTo>
                  <a:pt x="5441580" y="3770080"/>
                  <a:pt x="5454926" y="3696690"/>
                  <a:pt x="5463839" y="3622757"/>
                </a:cubicBezTo>
                <a:cubicBezTo>
                  <a:pt x="5469683" y="3574265"/>
                  <a:pt x="5493905" y="3540804"/>
                  <a:pt x="5532608" y="3514505"/>
                </a:cubicBezTo>
                <a:cubicBezTo>
                  <a:pt x="5617965" y="3456488"/>
                  <a:pt x="5703026" y="3398062"/>
                  <a:pt x="5788192" y="3339788"/>
                </a:cubicBezTo>
                <a:cubicBezTo>
                  <a:pt x="6053279" y="3158404"/>
                  <a:pt x="6290102" y="2946301"/>
                  <a:pt x="6491997" y="2695851"/>
                </a:cubicBezTo>
                <a:cubicBezTo>
                  <a:pt x="6778161" y="2340844"/>
                  <a:pt x="6964279" y="1934403"/>
                  <a:pt x="7106890" y="1505482"/>
                </a:cubicBezTo>
                <a:cubicBezTo>
                  <a:pt x="7123172" y="1456505"/>
                  <a:pt x="7138167" y="1407108"/>
                  <a:pt x="7153876" y="1357531"/>
                </a:cubicBezTo>
                <a:cubicBezTo>
                  <a:pt x="7136594" y="1353016"/>
                  <a:pt x="7128215" y="1361750"/>
                  <a:pt x="7119158" y="1367094"/>
                </a:cubicBezTo>
                <a:cubicBezTo>
                  <a:pt x="6930486" y="1478365"/>
                  <a:pt x="6726884" y="1553946"/>
                  <a:pt x="6518135" y="1616658"/>
                </a:cubicBezTo>
                <a:cubicBezTo>
                  <a:pt x="6094061" y="1744084"/>
                  <a:pt x="5658727" y="1813417"/>
                  <a:pt x="5219829" y="1861927"/>
                </a:cubicBezTo>
                <a:cubicBezTo>
                  <a:pt x="4842445" y="1903646"/>
                  <a:pt x="4463517" y="1922563"/>
                  <a:pt x="4083884" y="1928078"/>
                </a:cubicBezTo>
                <a:cubicBezTo>
                  <a:pt x="3791523" y="1932327"/>
                  <a:pt x="3499200" y="1929259"/>
                  <a:pt x="3207145" y="1917344"/>
                </a:cubicBezTo>
                <a:cubicBezTo>
                  <a:pt x="2969292" y="1907638"/>
                  <a:pt x="2732012" y="1887883"/>
                  <a:pt x="2494798" y="1866395"/>
                </a:cubicBezTo>
                <a:cubicBezTo>
                  <a:pt x="2290740" y="1847906"/>
                  <a:pt x="2087682" y="1822875"/>
                  <a:pt x="1885549" y="1791575"/>
                </a:cubicBezTo>
                <a:cubicBezTo>
                  <a:pt x="1617478" y="1750066"/>
                  <a:pt x="1350131" y="1703355"/>
                  <a:pt x="1087093" y="1635299"/>
                </a:cubicBezTo>
                <a:cubicBezTo>
                  <a:pt x="864112" y="1577606"/>
                  <a:pt x="642916" y="1514950"/>
                  <a:pt x="433599" y="1416490"/>
                </a:cubicBezTo>
                <a:cubicBezTo>
                  <a:pt x="352310" y="1378248"/>
                  <a:pt x="275193" y="1332832"/>
                  <a:pt x="192271" y="1273949"/>
                </a:cubicBezTo>
                <a:cubicBezTo>
                  <a:pt x="292702" y="1537658"/>
                  <a:pt x="390127" y="1788490"/>
                  <a:pt x="513245" y="2028710"/>
                </a:cubicBezTo>
                <a:cubicBezTo>
                  <a:pt x="716519" y="2425312"/>
                  <a:pt x="984597" y="2769498"/>
                  <a:pt x="1333048" y="3049542"/>
                </a:cubicBezTo>
                <a:cubicBezTo>
                  <a:pt x="1816131" y="3437781"/>
                  <a:pt x="2373084" y="3658771"/>
                  <a:pt x="2977023" y="3771176"/>
                </a:cubicBezTo>
                <a:cubicBezTo>
                  <a:pt x="3145401" y="3802513"/>
                  <a:pt x="3315771" y="3821467"/>
                  <a:pt x="3487027" y="3833307"/>
                </a:cubicBezTo>
                <a:cubicBezTo>
                  <a:pt x="3783964" y="3853853"/>
                  <a:pt x="4080433" y="3849014"/>
                  <a:pt x="4376712" y="3825058"/>
                </a:cubicBezTo>
                <a:cubicBezTo>
                  <a:pt x="4648806" y="3803056"/>
                  <a:pt x="4918736" y="3763241"/>
                  <a:pt x="5188313" y="3721122"/>
                </a:cubicBezTo>
                <a:cubicBezTo>
                  <a:pt x="5205253" y="3718474"/>
                  <a:pt x="5226549" y="3711225"/>
                  <a:pt x="5233537" y="3733399"/>
                </a:cubicBezTo>
                <a:cubicBezTo>
                  <a:pt x="5241077" y="3757307"/>
                  <a:pt x="5217522" y="3760974"/>
                  <a:pt x="5202174" y="3766794"/>
                </a:cubicBezTo>
                <a:cubicBezTo>
                  <a:pt x="4878431" y="3889447"/>
                  <a:pt x="4543898" y="3968409"/>
                  <a:pt x="4199993" y="4005043"/>
                </a:cubicBezTo>
                <a:cubicBezTo>
                  <a:pt x="3905935" y="4036370"/>
                  <a:pt x="3611602" y="4043400"/>
                  <a:pt x="3315666" y="4019273"/>
                </a:cubicBezTo>
                <a:cubicBezTo>
                  <a:pt x="2914060" y="3986526"/>
                  <a:pt x="2525647" y="3902097"/>
                  <a:pt x="2149683" y="3758355"/>
                </a:cubicBezTo>
                <a:cubicBezTo>
                  <a:pt x="2131600" y="3751449"/>
                  <a:pt x="2114202" y="3739676"/>
                  <a:pt x="2096366" y="3740705"/>
                </a:cubicBezTo>
                <a:cubicBezTo>
                  <a:pt x="2104908" y="3902354"/>
                  <a:pt x="2196241" y="3997204"/>
                  <a:pt x="2336307" y="4056078"/>
                </a:cubicBezTo>
                <a:cubicBezTo>
                  <a:pt x="2447888" y="4102979"/>
                  <a:pt x="2562300" y="4142051"/>
                  <a:pt x="2679496" y="4169873"/>
                </a:cubicBezTo>
                <a:cubicBezTo>
                  <a:pt x="3007595" y="4247759"/>
                  <a:pt x="3340832" y="4293841"/>
                  <a:pt x="3677854" y="4304919"/>
                </a:cubicBezTo>
                <a:cubicBezTo>
                  <a:pt x="4072340" y="4317873"/>
                  <a:pt x="4465042" y="4302671"/>
                  <a:pt x="4850119" y="4202763"/>
                </a:cubicBezTo>
                <a:cubicBezTo>
                  <a:pt x="4990289" y="4166396"/>
                  <a:pt x="5127656" y="4123143"/>
                  <a:pt x="5257540" y="4057878"/>
                </a:cubicBezTo>
                <a:cubicBezTo>
                  <a:pt x="5345242" y="4013815"/>
                  <a:pt x="5415041" y="3956199"/>
                  <a:pt x="5430122" y="3843708"/>
                </a:cubicBezTo>
                <a:close/>
              </a:path>
            </a:pathLst>
          </a:custGeom>
          <a:solidFill>
            <a:srgbClr val="000000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06BC8288-42AF-99F8-F86A-0AE6FE56128E}"/>
              </a:ext>
            </a:extLst>
          </p:cNvPr>
          <p:cNvSpPr/>
          <p:nvPr/>
        </p:nvSpPr>
        <p:spPr>
          <a:xfrm flipH="1">
            <a:off x="473724" y="7698735"/>
            <a:ext cx="1716322" cy="1273815"/>
          </a:xfrm>
          <a:custGeom>
            <a:avLst/>
            <a:gdLst>
              <a:gd name="connsiteX0" fmla="*/ 344370 w 1716322"/>
              <a:gd name="connsiteY0" fmla="*/ 278422 h 1273815"/>
              <a:gd name="connsiteX1" fmla="*/ 56089 w 1716322"/>
              <a:gd name="connsiteY1" fmla="*/ 253495 h 1273815"/>
              <a:gd name="connsiteX2" fmla="*/ 141 w 1716322"/>
              <a:gd name="connsiteY2" fmla="*/ 217109 h 1273815"/>
              <a:gd name="connsiteX3" fmla="*/ 49225 w 1716322"/>
              <a:gd name="connsiteY3" fmla="*/ 142338 h 1273815"/>
              <a:gd name="connsiteX4" fmla="*/ 540688 w 1716322"/>
              <a:gd name="connsiteY4" fmla="*/ 211251 h 1273815"/>
              <a:gd name="connsiteX5" fmla="*/ 609705 w 1716322"/>
              <a:gd name="connsiteY5" fmla="*/ 206746 h 1273815"/>
              <a:gd name="connsiteX6" fmla="*/ 1119260 w 1716322"/>
              <a:gd name="connsiteY6" fmla="*/ 6626 h 1273815"/>
              <a:gd name="connsiteX7" fmla="*/ 1703877 w 1716322"/>
              <a:gd name="connsiteY7" fmla="*/ 370090 h 1273815"/>
              <a:gd name="connsiteX8" fmla="*/ 1578245 w 1716322"/>
              <a:gd name="connsiteY8" fmla="*/ 841178 h 1273815"/>
              <a:gd name="connsiteX9" fmla="*/ 693345 w 1716322"/>
              <a:gd name="connsiteY9" fmla="*/ 1273051 h 1273815"/>
              <a:gd name="connsiteX10" fmla="*/ 335447 w 1716322"/>
              <a:gd name="connsiteY10" fmla="*/ 1212920 h 1273815"/>
              <a:gd name="connsiteX11" fmla="*/ 132484 w 1716322"/>
              <a:gd name="connsiteY11" fmla="*/ 898556 h 1273815"/>
              <a:gd name="connsiteX12" fmla="*/ 141445 w 1716322"/>
              <a:gd name="connsiteY12" fmla="*/ 852493 h 1273815"/>
              <a:gd name="connsiteX13" fmla="*/ 198947 w 1716322"/>
              <a:gd name="connsiteY13" fmla="*/ 655535 h 1273815"/>
              <a:gd name="connsiteX14" fmla="*/ 398039 w 1716322"/>
              <a:gd name="connsiteY14" fmla="*/ 366023 h 1273815"/>
              <a:gd name="connsiteX15" fmla="*/ 449640 w 1716322"/>
              <a:gd name="connsiteY15" fmla="*/ 313740 h 1273815"/>
              <a:gd name="connsiteX16" fmla="*/ 344370 w 1716322"/>
              <a:gd name="connsiteY16" fmla="*/ 278422 h 1273815"/>
              <a:gd name="connsiteX17" fmla="*/ 1522230 w 1716322"/>
              <a:gd name="connsiteY17" fmla="*/ 612454 h 1273815"/>
              <a:gd name="connsiteX18" fmla="*/ 1531458 w 1716322"/>
              <a:gd name="connsiteY18" fmla="*/ 357698 h 1273815"/>
              <a:gd name="connsiteX19" fmla="*/ 1228811 w 1716322"/>
              <a:gd name="connsiteY19" fmla="*/ 159216 h 1273815"/>
              <a:gd name="connsiteX20" fmla="*/ 746777 w 1716322"/>
              <a:gd name="connsiteY20" fmla="*/ 286289 h 1273815"/>
              <a:gd name="connsiteX21" fmla="*/ 719151 w 1716322"/>
              <a:gd name="connsiteY21" fmla="*/ 397551 h 1273815"/>
              <a:gd name="connsiteX22" fmla="*/ 779036 w 1716322"/>
              <a:gd name="connsiteY22" fmla="*/ 389769 h 1273815"/>
              <a:gd name="connsiteX23" fmla="*/ 1012884 w 1716322"/>
              <a:gd name="connsiteY23" fmla="*/ 430688 h 1273815"/>
              <a:gd name="connsiteX24" fmla="*/ 1159164 w 1716322"/>
              <a:gd name="connsiteY24" fmla="*/ 667889 h 1273815"/>
              <a:gd name="connsiteX25" fmla="*/ 1053027 w 1716322"/>
              <a:gd name="connsiteY25" fmla="*/ 893708 h 1273815"/>
              <a:gd name="connsiteX26" fmla="*/ 565587 w 1716322"/>
              <a:gd name="connsiteY26" fmla="*/ 1044632 h 1273815"/>
              <a:gd name="connsiteX27" fmla="*/ 429440 w 1716322"/>
              <a:gd name="connsiteY27" fmla="*/ 959069 h 1273815"/>
              <a:gd name="connsiteX28" fmla="*/ 276010 w 1716322"/>
              <a:gd name="connsiteY28" fmla="*/ 904786 h 1273815"/>
              <a:gd name="connsiteX29" fmla="*/ 222293 w 1716322"/>
              <a:gd name="connsiteY29" fmla="*/ 872029 h 1273815"/>
              <a:gd name="connsiteX30" fmla="*/ 315075 w 1716322"/>
              <a:gd name="connsiteY30" fmla="*/ 1066092 h 1273815"/>
              <a:gd name="connsiteX31" fmla="*/ 519687 w 1716322"/>
              <a:gd name="connsiteY31" fmla="*/ 1135662 h 1273815"/>
              <a:gd name="connsiteX32" fmla="*/ 1168364 w 1716322"/>
              <a:gd name="connsiteY32" fmla="*/ 993149 h 1273815"/>
              <a:gd name="connsiteX33" fmla="*/ 1522230 w 1716322"/>
              <a:gd name="connsiteY33" fmla="*/ 612454 h 1273815"/>
              <a:gd name="connsiteX34" fmla="*/ 561793 w 1716322"/>
              <a:gd name="connsiteY34" fmla="*/ 942838 h 1273815"/>
              <a:gd name="connsiteX35" fmla="*/ 707912 w 1716322"/>
              <a:gd name="connsiteY35" fmla="*/ 942057 h 1273815"/>
              <a:gd name="connsiteX36" fmla="*/ 1020596 w 1716322"/>
              <a:gd name="connsiteY36" fmla="*/ 750347 h 1273815"/>
              <a:gd name="connsiteX37" fmla="*/ 927747 w 1716322"/>
              <a:gd name="connsiteY37" fmla="*/ 491867 h 1273815"/>
              <a:gd name="connsiteX38" fmla="*/ 666711 w 1716322"/>
              <a:gd name="connsiteY38" fmla="*/ 519442 h 1273815"/>
              <a:gd name="connsiteX39" fmla="*/ 466589 w 1716322"/>
              <a:gd name="connsiteY39" fmla="*/ 758386 h 1273815"/>
              <a:gd name="connsiteX40" fmla="*/ 561793 w 1716322"/>
              <a:gd name="connsiteY40" fmla="*/ 942838 h 1273815"/>
              <a:gd name="connsiteX41" fmla="*/ 273236 w 1716322"/>
              <a:gd name="connsiteY41" fmla="*/ 829167 h 1273815"/>
              <a:gd name="connsiteX42" fmla="*/ 377334 w 1716322"/>
              <a:gd name="connsiteY42" fmla="*/ 889003 h 1273815"/>
              <a:gd name="connsiteX43" fmla="*/ 641487 w 1716322"/>
              <a:gd name="connsiteY43" fmla="*/ 419944 h 1273815"/>
              <a:gd name="connsiteX44" fmla="*/ 556903 w 1716322"/>
              <a:gd name="connsiteY44" fmla="*/ 399761 h 1273815"/>
              <a:gd name="connsiteX45" fmla="*/ 318765 w 1716322"/>
              <a:gd name="connsiteY45" fmla="*/ 631218 h 1273815"/>
              <a:gd name="connsiteX46" fmla="*/ 257145 w 1716322"/>
              <a:gd name="connsiteY46" fmla="*/ 743213 h 1273815"/>
              <a:gd name="connsiteX47" fmla="*/ 273236 w 1716322"/>
              <a:gd name="connsiteY47" fmla="*/ 829167 h 127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16322" h="1273815">
                <a:moveTo>
                  <a:pt x="344370" y="278422"/>
                </a:moveTo>
                <a:cubicBezTo>
                  <a:pt x="246430" y="260277"/>
                  <a:pt x="150921" y="260781"/>
                  <a:pt x="56089" y="253495"/>
                </a:cubicBezTo>
                <a:cubicBezTo>
                  <a:pt x="30045" y="251495"/>
                  <a:pt x="1456" y="252485"/>
                  <a:pt x="141" y="217109"/>
                </a:cubicBezTo>
                <a:cubicBezTo>
                  <a:pt x="-1155" y="182219"/>
                  <a:pt x="5823" y="149224"/>
                  <a:pt x="49225" y="142338"/>
                </a:cubicBezTo>
                <a:cubicBezTo>
                  <a:pt x="220062" y="115230"/>
                  <a:pt x="384541" y="136509"/>
                  <a:pt x="540688" y="211251"/>
                </a:cubicBezTo>
                <a:cubicBezTo>
                  <a:pt x="567570" y="224120"/>
                  <a:pt x="585892" y="222405"/>
                  <a:pt x="609705" y="206746"/>
                </a:cubicBezTo>
                <a:cubicBezTo>
                  <a:pt x="765394" y="104419"/>
                  <a:pt x="933724" y="33096"/>
                  <a:pt x="1119260" y="6626"/>
                </a:cubicBezTo>
                <a:cubicBezTo>
                  <a:pt x="1387303" y="-31608"/>
                  <a:pt x="1643354" y="96418"/>
                  <a:pt x="1703877" y="370090"/>
                </a:cubicBezTo>
                <a:cubicBezTo>
                  <a:pt x="1742895" y="546531"/>
                  <a:pt x="1687204" y="705113"/>
                  <a:pt x="1578245" y="841178"/>
                </a:cubicBezTo>
                <a:cubicBezTo>
                  <a:pt x="1352537" y="1123042"/>
                  <a:pt x="1052731" y="1260478"/>
                  <a:pt x="693345" y="1273051"/>
                </a:cubicBezTo>
                <a:cubicBezTo>
                  <a:pt x="569743" y="1277375"/>
                  <a:pt x="449897" y="1264154"/>
                  <a:pt x="335447" y="1212920"/>
                </a:cubicBezTo>
                <a:cubicBezTo>
                  <a:pt x="202360" y="1153341"/>
                  <a:pt x="123762" y="1034135"/>
                  <a:pt x="132484" y="898556"/>
                </a:cubicBezTo>
                <a:cubicBezTo>
                  <a:pt x="133485" y="882907"/>
                  <a:pt x="133171" y="864152"/>
                  <a:pt x="141445" y="852493"/>
                </a:cubicBezTo>
                <a:cubicBezTo>
                  <a:pt x="183761" y="792896"/>
                  <a:pt x="183837" y="722849"/>
                  <a:pt x="198947" y="655535"/>
                </a:cubicBezTo>
                <a:cubicBezTo>
                  <a:pt x="226087" y="534644"/>
                  <a:pt x="311424" y="448719"/>
                  <a:pt x="398039" y="366023"/>
                </a:cubicBezTo>
                <a:cubicBezTo>
                  <a:pt x="415007" y="349821"/>
                  <a:pt x="436151" y="337810"/>
                  <a:pt x="449640" y="313740"/>
                </a:cubicBezTo>
                <a:cubicBezTo>
                  <a:pt x="419373" y="290204"/>
                  <a:pt x="381757" y="290347"/>
                  <a:pt x="344370" y="278422"/>
                </a:cubicBezTo>
                <a:moveTo>
                  <a:pt x="1522230" y="612454"/>
                </a:moveTo>
                <a:cubicBezTo>
                  <a:pt x="1556014" y="528643"/>
                  <a:pt x="1564346" y="443785"/>
                  <a:pt x="1531458" y="357698"/>
                </a:cubicBezTo>
                <a:cubicBezTo>
                  <a:pt x="1478455" y="218967"/>
                  <a:pt x="1366093" y="165379"/>
                  <a:pt x="1228811" y="159216"/>
                </a:cubicBezTo>
                <a:cubicBezTo>
                  <a:pt x="1056144" y="151463"/>
                  <a:pt x="897871" y="208251"/>
                  <a:pt x="746777" y="286289"/>
                </a:cubicBezTo>
                <a:cubicBezTo>
                  <a:pt x="676243" y="322723"/>
                  <a:pt x="676778" y="325027"/>
                  <a:pt x="719151" y="397551"/>
                </a:cubicBezTo>
                <a:cubicBezTo>
                  <a:pt x="738560" y="395132"/>
                  <a:pt x="759236" y="394350"/>
                  <a:pt x="779036" y="389769"/>
                </a:cubicBezTo>
                <a:cubicBezTo>
                  <a:pt x="862962" y="370366"/>
                  <a:pt x="940816" y="391169"/>
                  <a:pt x="1012884" y="430688"/>
                </a:cubicBezTo>
                <a:cubicBezTo>
                  <a:pt x="1104961" y="481180"/>
                  <a:pt x="1160852" y="556123"/>
                  <a:pt x="1159164" y="667889"/>
                </a:cubicBezTo>
                <a:cubicBezTo>
                  <a:pt x="1157763" y="760520"/>
                  <a:pt x="1116134" y="832129"/>
                  <a:pt x="1053027" y="893708"/>
                </a:cubicBezTo>
                <a:cubicBezTo>
                  <a:pt x="916622" y="1026810"/>
                  <a:pt x="755280" y="1080093"/>
                  <a:pt x="565587" y="1044632"/>
                </a:cubicBezTo>
                <a:cubicBezTo>
                  <a:pt x="506284" y="1033545"/>
                  <a:pt x="476274" y="975395"/>
                  <a:pt x="429440" y="959069"/>
                </a:cubicBezTo>
                <a:cubicBezTo>
                  <a:pt x="378716" y="941400"/>
                  <a:pt x="322025" y="939523"/>
                  <a:pt x="276010" y="904786"/>
                </a:cubicBezTo>
                <a:cubicBezTo>
                  <a:pt x="260376" y="892984"/>
                  <a:pt x="250414" y="871905"/>
                  <a:pt x="222293" y="872029"/>
                </a:cubicBezTo>
                <a:cubicBezTo>
                  <a:pt x="223380" y="952354"/>
                  <a:pt x="251635" y="1017733"/>
                  <a:pt x="315075" y="1066092"/>
                </a:cubicBezTo>
                <a:cubicBezTo>
                  <a:pt x="375256" y="1111964"/>
                  <a:pt x="446418" y="1127985"/>
                  <a:pt x="519687" y="1135662"/>
                </a:cubicBezTo>
                <a:cubicBezTo>
                  <a:pt x="751600" y="1159961"/>
                  <a:pt x="968042" y="1108211"/>
                  <a:pt x="1168364" y="993149"/>
                </a:cubicBezTo>
                <a:cubicBezTo>
                  <a:pt x="1322204" y="904776"/>
                  <a:pt x="1453995" y="792267"/>
                  <a:pt x="1522230" y="612454"/>
                </a:cubicBezTo>
                <a:moveTo>
                  <a:pt x="561793" y="942838"/>
                </a:moveTo>
                <a:cubicBezTo>
                  <a:pt x="610544" y="954411"/>
                  <a:pt x="659876" y="949639"/>
                  <a:pt x="707912" y="942057"/>
                </a:cubicBezTo>
                <a:cubicBezTo>
                  <a:pt x="838043" y="921521"/>
                  <a:pt x="950816" y="868838"/>
                  <a:pt x="1020596" y="750347"/>
                </a:cubicBezTo>
                <a:cubicBezTo>
                  <a:pt x="1082254" y="645649"/>
                  <a:pt x="1041635" y="533568"/>
                  <a:pt x="927747" y="491867"/>
                </a:cubicBezTo>
                <a:cubicBezTo>
                  <a:pt x="836957" y="458625"/>
                  <a:pt x="748245" y="456711"/>
                  <a:pt x="666711" y="519442"/>
                </a:cubicBezTo>
                <a:cubicBezTo>
                  <a:pt x="582298" y="584384"/>
                  <a:pt x="496960" y="648239"/>
                  <a:pt x="466589" y="758386"/>
                </a:cubicBezTo>
                <a:cubicBezTo>
                  <a:pt x="439993" y="854865"/>
                  <a:pt x="471632" y="921893"/>
                  <a:pt x="561793" y="942838"/>
                </a:cubicBezTo>
                <a:moveTo>
                  <a:pt x="273236" y="829167"/>
                </a:moveTo>
                <a:cubicBezTo>
                  <a:pt x="303140" y="855827"/>
                  <a:pt x="332215" y="884031"/>
                  <a:pt x="377334" y="889003"/>
                </a:cubicBezTo>
                <a:cubicBezTo>
                  <a:pt x="328564" y="652697"/>
                  <a:pt x="463014" y="522205"/>
                  <a:pt x="641487" y="419944"/>
                </a:cubicBezTo>
                <a:cubicBezTo>
                  <a:pt x="619285" y="370233"/>
                  <a:pt x="591869" y="374843"/>
                  <a:pt x="556903" y="399761"/>
                </a:cubicBezTo>
                <a:cubicBezTo>
                  <a:pt x="465550" y="464845"/>
                  <a:pt x="387057" y="542874"/>
                  <a:pt x="318765" y="631218"/>
                </a:cubicBezTo>
                <a:cubicBezTo>
                  <a:pt x="292606" y="665060"/>
                  <a:pt x="269442" y="701151"/>
                  <a:pt x="257145" y="743213"/>
                </a:cubicBezTo>
                <a:cubicBezTo>
                  <a:pt x="248613" y="772379"/>
                  <a:pt x="247993" y="799391"/>
                  <a:pt x="273236" y="829167"/>
                </a:cubicBezTo>
                <a:close/>
              </a:path>
            </a:pathLst>
          </a:custGeom>
          <a:solidFill>
            <a:srgbClr val="000000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681194-7A78-C23F-9939-7B7E80945C4F}"/>
              </a:ext>
            </a:extLst>
          </p:cNvPr>
          <p:cNvSpPr/>
          <p:nvPr/>
        </p:nvSpPr>
        <p:spPr>
          <a:xfrm rot="5400000">
            <a:off x="5702859" y="2162405"/>
            <a:ext cx="4156537" cy="744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Mike </a:t>
            </a:r>
            <a:r>
              <a:rPr lang="en-GB" sz="16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Satinover</a:t>
            </a:r>
            <a:r>
              <a:rPr lang="en-GB" sz="16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 &amp; Scott </a:t>
            </a:r>
            <a:r>
              <a:rPr lang="en-GB" sz="16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Satinover</a:t>
            </a:r>
            <a:endParaRPr lang="en-GB" sz="2000" b="1" dirty="0">
              <a:latin typeface="Perpetua Titling MT" panose="02020502060505020804" pitchFamily="18" charset="0"/>
              <a:ea typeface="KaiTi" panose="020B0503020204020204" pitchFamily="49" charset="-122"/>
              <a:cs typeface="Dubai Light" panose="020B0303030403030204" pitchFamily="34" charset="-7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FF449C-FDD4-D847-F66C-97F9E9EAFFD9}"/>
              </a:ext>
            </a:extLst>
          </p:cNvPr>
          <p:cNvSpPr/>
          <p:nvPr/>
        </p:nvSpPr>
        <p:spPr>
          <a:xfrm rot="5400000">
            <a:off x="5097623" y="7388205"/>
            <a:ext cx="5367014" cy="744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sz="2000" b="1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The </a:t>
            </a:r>
            <a:r>
              <a:rPr lang="nl-BE" sz="2000" b="1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Ramen_Lord</a:t>
            </a:r>
            <a:r>
              <a:rPr lang="nl-BE" sz="2000" b="1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 </a:t>
            </a:r>
            <a:r>
              <a:rPr lang="nl-BE" sz="2000" b="1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Book</a:t>
            </a:r>
            <a:r>
              <a:rPr lang="nl-BE" sz="2000" b="1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 of Ramen</a:t>
            </a:r>
            <a:endParaRPr lang="en-GB" sz="2000" b="1" dirty="0">
              <a:latin typeface="Perpetua Titling MT" panose="02020502060505020804" pitchFamily="18" charset="0"/>
              <a:ea typeface="KaiTi" panose="020B0503020204020204" pitchFamily="49" charset="-122"/>
              <a:cs typeface="Dubai Light" panose="020B0303030403030204" pitchFamily="34" charset="-78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B2BA71-3B06-CC62-86D2-2ADBD1B4A975}"/>
              </a:ext>
            </a:extLst>
          </p:cNvPr>
          <p:cNvSpPr/>
          <p:nvPr/>
        </p:nvSpPr>
        <p:spPr>
          <a:xfrm>
            <a:off x="8153399" y="1392072"/>
            <a:ext cx="6953251" cy="2173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sz="60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The </a:t>
            </a:r>
            <a:r>
              <a:rPr lang="nl-BE" sz="60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Ramen_Lord</a:t>
            </a:r>
            <a:endParaRPr lang="nl-BE" sz="6000" dirty="0">
              <a:latin typeface="Perpetua Titling MT" panose="02020502060505020804" pitchFamily="18" charset="0"/>
              <a:ea typeface="KaiTi" panose="020B0503020204020204" pitchFamily="49" charset="-122"/>
              <a:cs typeface="Dubai Light" panose="020B0303030403030204" pitchFamily="34" charset="-78"/>
            </a:endParaRPr>
          </a:p>
          <a:p>
            <a:pPr algn="ctr"/>
            <a:r>
              <a:rPr lang="nl-BE" sz="6000" dirty="0" err="1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Book</a:t>
            </a:r>
            <a:r>
              <a:rPr lang="nl-BE" sz="6000" dirty="0">
                <a:latin typeface="Perpetua Titling MT" panose="02020502060505020804" pitchFamily="18" charset="0"/>
                <a:ea typeface="KaiTi" panose="020B0503020204020204" pitchFamily="49" charset="-122"/>
                <a:cs typeface="Dubai Light" panose="020B0303030403030204" pitchFamily="34" charset="-78"/>
              </a:rPr>
              <a:t> of Ramen</a:t>
            </a:r>
            <a:endParaRPr lang="en-GB" sz="6000" dirty="0">
              <a:latin typeface="Perpetua Titling MT" panose="02020502060505020804" pitchFamily="18" charset="0"/>
              <a:ea typeface="KaiTi" panose="020B0503020204020204" pitchFamily="49" charset="-122"/>
              <a:cs typeface="Dubai Light" panose="020B03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76556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68</Words>
  <Application>Microsoft Office PowerPoint</Application>
  <PresentationFormat>Custom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Perpetua Titling MT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MISSOTTEN Miró</dc:creator>
  <cp:lastModifiedBy>MISSOTTEN Miró</cp:lastModifiedBy>
  <cp:revision>9</cp:revision>
  <dcterms:created xsi:type="dcterms:W3CDTF">2025-12-05T21:45:30Z</dcterms:created>
  <dcterms:modified xsi:type="dcterms:W3CDTF">2025-12-09T19:01:12Z</dcterms:modified>
</cp:coreProperties>
</file>